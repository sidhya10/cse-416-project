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289a3281604848" /><Relationship Type="http://schemas.openxmlformats.org/officeDocument/2006/relationships/extended-properties" Target="/docProps/app.xml" Id="Rc8f108b6d3d64bf9" /><Relationship Type="http://schemas.openxmlformats.org/officeDocument/2006/relationships/officeDocument" Target="/ppt/presentation.xml" Id="Rd57ac90543b84724" /></Relationships>
</file>

<file path=ppt/presentation.xml><?xml version="1.0" encoding="utf-8"?>
<p:presentation xmlns:p="http://schemas.openxmlformats.org/presentationml/2006/main">
  <p:sldMasterIdLst>
    <p:sldMasterId xmlns:r="http://schemas.openxmlformats.org/officeDocument/2006/relationships" id="2147483648" r:id="R2e1e837179164ad4"/>
    <p:sldMasterId xmlns:r="http://schemas.openxmlformats.org/officeDocument/2006/relationships" id="2147483660" r:id="Re790f9ea2f3f457e"/>
  </p:sldMasterIdLst>
  <p:notesMasterIdLst>
    <p:notesMasterId xmlns:r="http://schemas.openxmlformats.org/officeDocument/2006/relationships" r:id="R10e4788209e44779"/>
  </p:notesMasterIdLst>
  <p:sldIdLst>
    <p:sldId xmlns:r="http://schemas.openxmlformats.org/officeDocument/2006/relationships" id="256" r:id="R4b1c889e770c40ca"/>
    <p:sldId xmlns:r="http://schemas.openxmlformats.org/officeDocument/2006/relationships" id="257" r:id="R605978e1778b4f87"/>
    <p:sldId xmlns:r="http://schemas.openxmlformats.org/officeDocument/2006/relationships" id="258" r:id="Rb1cbafc5d3364150"/>
    <p:sldId xmlns:r="http://schemas.openxmlformats.org/officeDocument/2006/relationships" id="259" r:id="Rcbf02918b4dc419b"/>
    <p:sldId xmlns:r="http://schemas.openxmlformats.org/officeDocument/2006/relationships" id="260" r:id="R723260a327a3473b"/>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b6b91acee634327" /><Relationship Type="http://schemas.openxmlformats.org/officeDocument/2006/relationships/slideMaster" Target="/ppt/slideMasters/slideMaster1.xml" Id="R2e1e837179164ad4" /><Relationship Type="http://schemas.openxmlformats.org/officeDocument/2006/relationships/slideMaster" Target="/ppt/slideMasters/slideMaster2.xml" Id="Re790f9ea2f3f457e" /><Relationship Type="http://schemas.openxmlformats.org/officeDocument/2006/relationships/notesMaster" Target="/ppt/notesMasters/notesMaster1.xml" Id="R10e4788209e44779" /><Relationship Type="http://schemas.openxmlformats.org/officeDocument/2006/relationships/presProps" Target="/ppt/presProps.xml" Id="Reff0b5f29e084d14" /><Relationship Type="http://schemas.openxmlformats.org/officeDocument/2006/relationships/viewProps" Target="/ppt/viewProps.xml" Id="R7ebaae2fd5464774" /><Relationship Type="http://schemas.openxmlformats.org/officeDocument/2006/relationships/tableStyles" Target="/ppt/tableStyles.xml" Id="Rc2d017bc33cd41f3" /><Relationship Type="http://schemas.openxmlformats.org/officeDocument/2006/relationships/slide" Target="/ppt/slides/slide1.xml" Id="R4b1c889e770c40ca" /><Relationship Type="http://schemas.openxmlformats.org/officeDocument/2006/relationships/slide" Target="/ppt/slides/slide2.xml" Id="R605978e1778b4f87" /><Relationship Type="http://schemas.openxmlformats.org/officeDocument/2006/relationships/slide" Target="/ppt/slides/slide3.xml" Id="Rb1cbafc5d3364150" /><Relationship Type="http://schemas.openxmlformats.org/officeDocument/2006/relationships/slide" Target="/ppt/slides/slide4.xml" Id="Rcbf02918b4dc419b" /><Relationship Type="http://schemas.openxmlformats.org/officeDocument/2006/relationships/slide" Target="/ppt/slides/slide5.xml" Id="R723260a327a347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e62d4c67aec4b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4bcc5136ed4e86" /><Relationship Type="http://schemas.openxmlformats.org/officeDocument/2006/relationships/notesMaster" Target="/ppt/notesMasters/notesMaster1.xml" Id="R034d3739ec6542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0405d4d8b04fc5" /><Relationship Type="http://schemas.openxmlformats.org/officeDocument/2006/relationships/notesMaster" Target="/ppt/notesMasters/notesMaster1.xml" Id="R8520c5a8b93944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9d572be9e64c37" /><Relationship Type="http://schemas.openxmlformats.org/officeDocument/2006/relationships/notesMaster" Target="/ppt/notesMasters/notesMaster1.xml" Id="R5b96ea39bc874c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6a1f7f2df144bc" /><Relationship Type="http://schemas.openxmlformats.org/officeDocument/2006/relationships/notesMaster" Target="/ppt/notesMasters/notesMaster1.xml" Id="R1993376b9ae44a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daa82fd20640f3" /><Relationship Type="http://schemas.openxmlformats.org/officeDocument/2006/relationships/notesMaster" Target="/ppt/notesMasters/notesMaster1.xml" Id="R3acfdc873f004e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Explain the setup as an intermediary: a visitor’s request passes through Cloudflare before reaching the site. A 502 error means that intermediary could not obtain the response it needed. The 82% figure describes Cloudflare’s traffic drop, not 82% of the Internet.</a:t>
            </a:r>
            <a:endParaRPr/>
          </a:p>
          <a:p xmlns:a="http://schemas.openxmlformats.org/drawingml/2006/main">
            <a:pPr marL="0" lvl="0" indent="0" algn="l">
              <a:spcBef>
                <a:spcPts val="0"/>
              </a:spcBef>
              <a:spcAft>
                <a:spcPts val="0"/>
              </a:spcAft>
              <a:buNone/>
            </a:pPr>
            <a:r>
              <a:t>An everyday example: a visitor may be unable to open a store or complete an online task. This is an illustration of availability impact, not a measured financial-loss claim.</a:t>
            </a:r>
            <a:endParaRPr/>
          </a:p>
          <a:p xmlns:a="http://schemas.openxmlformats.org/drawingml/2006/main">
            <a:pPr marL="0" lvl="0" indent="0" algn="l">
              <a:spcBef>
                <a:spcPts val="0"/>
              </a:spcBef>
              <a:spcAft>
                <a:spcPts val="0"/>
              </a:spcAft>
              <a:buNone/>
            </a:pPr>
            <a:r>
              <a:t>Sources: https://blog.cloudflare.com/cloudflare-outage/</a:t>
            </a:r>
            <a:endParaRPr/>
          </a:p>
          <a:p xmlns:a="http://schemas.openxmlformats.org/drawingml/2006/main">
            <a:pPr marL="0" lvl="0" indent="0" algn="l">
              <a:spcBef>
                <a:spcPts val="0"/>
              </a:spcBef>
              <a:spcAft>
                <a:spcPts val="0"/>
              </a:spcAft>
              <a:buNone/>
            </a:pPr>
            <a:r>
              <a:t>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Cloudflare sits between visitors and websites. Its servers deliver content and screen requests before they reach a website’s own server.</a:t>
            </a:r>
            <a:endParaRPr/>
          </a:p>
          <a:p xmlns:a="http://schemas.openxmlformats.org/drawingml/2006/main">
            <a:pPr marL="0" lvl="0" indent="0" algn="l">
              <a:spcBef>
                <a:spcPts val="0"/>
              </a:spcBef>
              <a:spcAft>
                <a:spcPts val="0"/>
              </a:spcAft>
              <a:buNone/>
            </a:pPr>
            <a:r>
              <a:t>On July 2, a firewall rule update overloaded servers worldwide. Visitors saw “502 Bad Gateway” errors instead of web pages.</a:t>
            </a:r>
            <a:endParaRPr/>
          </a:p>
          <a:p xmlns:a="http://schemas.openxmlformats.org/drawingml/2006/main">
            <a:pPr marL="0" lvl="0" indent="0" algn="l">
              <a:spcBef>
                <a:spcPts val="0"/>
              </a:spcBef>
              <a:spcAft>
                <a:spcPts val="0"/>
              </a:spcAft>
              <a:buNone/>
            </a:pPr>
            <a:r>
              <a:t>The outage lasted 27 minutes. CPU usage reached 100%, and Cloudflare’s traffic fell 82% at its worst.</a:t>
            </a:r>
            <a:endParaRPr/>
          </a:p>
          <a:p xmlns:a="http://schemas.openxmlformats.org/drawingml/2006/main">
            <a:pPr marL="0" lvl="0" indent="0" algn="l">
              <a:spcBef>
                <a:spcPts val="0"/>
              </a:spcBef>
              <a:spcAft>
                <a:spcPts val="0"/>
              </a:spcAft>
              <a:buNone/>
            </a:pPr>
            <a:r>
              <a:t>Why it mattered: one shared provider’s failure interrupted many customers at once, even when their own websites were otherwise healthy.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All times refer to July 2, 2019, in UTC. A rollback restores an earlier configuration or version. Disabling the affected component first removes the immediate load, giving the team room to investigate.</a:t>
            </a:r>
            <a:endParaRPr/>
          </a:p>
          <a:p xmlns:a="http://schemas.openxmlformats.org/drawingml/2006/main">
            <a:pPr marL="0" lvl="0" indent="0" algn="l">
              <a:spcBef>
                <a:spcPts val="0"/>
              </a:spcBef>
              <a:spcAft>
                <a:spcPts val="0"/>
              </a:spcAft>
              <a:buNone/>
            </a:pPr>
            <a:r>
              <a:t>Make the two recovery milestones explicit: people could access websites again at 14:09, but the WAF returned at 14:52. Traffic recovery therefore does not mean every protection was already back. The detailed postmortem gives the 14:07 termination time and 14:00 diagnosis.</a:t>
            </a:r>
            <a:endParaRPr/>
          </a:p>
          <a:p xmlns:a="http://schemas.openxmlformats.org/drawingml/2006/main">
            <a:pPr marL="0" lvl="0" indent="0" algn="l">
              <a:spcBef>
                <a:spcPts val="0"/>
              </a:spcBef>
              <a:spcAft>
                <a:spcPts val="0"/>
              </a:spcAft>
              <a:buNone/>
            </a:pPr>
            <a:r>
              <a:t>Sources: https://blog.cloudflare.com/cloudflare-outage/</a:t>
            </a:r>
            <a:endParaRPr/>
          </a:p>
          <a:p xmlns:a="http://schemas.openxmlformats.org/drawingml/2006/main">
            <a:pPr marL="0" lvl="0" indent="0" algn="l">
              <a:spcBef>
                <a:spcPts val="0"/>
              </a:spcBef>
              <a:spcAft>
                <a:spcPts val="0"/>
              </a:spcAft>
              <a:buNone/>
            </a:pPr>
            <a:r>
              <a:t>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13:42 UTC: the rule goes live. By 14:00, engineers identify the WAF as the source of CPU exhaustion.</a:t>
            </a:r>
            <a:endParaRPr/>
          </a:p>
          <a:p xmlns:a="http://schemas.openxmlformats.org/drawingml/2006/main">
            <a:pPr marL="0" lvl="0" indent="0" algn="l">
              <a:spcBef>
                <a:spcPts val="0"/>
              </a:spcBef>
              <a:spcAft>
                <a:spcPts val="0"/>
              </a:spcAft>
              <a:buNone/>
            </a:pPr>
            <a:r>
              <a:t>14:07 UTC: they disable the WAF globally. By 14:09, CPU usage and traffic return to normal.</a:t>
            </a:r>
            <a:endParaRPr/>
          </a:p>
          <a:p xmlns:a="http://schemas.openxmlformats.org/drawingml/2006/main">
            <a:pPr marL="0" lvl="0" indent="0" algn="l">
              <a:spcBef>
                <a:spcPts val="0"/>
              </a:spcBef>
              <a:spcAft>
                <a:spcPts val="0"/>
              </a:spcAft>
              <a:buNone/>
            </a:pPr>
            <a:r>
              <a:t>They roll back the faulty rule and test the fix. At 14:52 UTC, they restore the WAF worldwide.</a:t>
            </a:r>
            <a:endParaRPr/>
          </a:p>
          <a:p xmlns:a="http://schemas.openxmlformats.org/drawingml/2006/main">
            <a:pPr marL="0" lvl="0" indent="0" algn="l">
              <a:spcBef>
                <a:spcPts val="0"/>
              </a:spcBef>
              <a:spcAft>
                <a:spcPts val="0"/>
              </a:spcAft>
              <a:buNone/>
            </a:pPr>
            <a:r>
              <a:t>The tradeoff: websites recover before WAF inspection returns. Other security protections remain active during that interval.</a:t>
            </a:r>
            <a:endParaRPr/>
          </a:p>
          <a:p xmlns:a="http://schemas.openxmlformats.org/drawingml/2006/main">
            <a:pPr marL="0" lvl="0" indent="0" algn="l">
              <a:spcBef>
                <a:spcPts val="0"/>
              </a:spcBef>
              <a:spcAft>
                <a:spcPts val="0"/>
              </a:spcAft>
              <a:buNone/>
            </a:pPr>
            <a:r>
              <a:t>Image: original CPU chart, Cloudflare engineering postmortem. https://blog.cloudflare.com/_emdash/api/media/file/01KW44G5FHMGT7B6C2NGNFWVW7.png</a:t>
            </a:r>
            <a:endParaRPr/>
          </a:p>
          <a:p xmlns:a="http://schemas.openxmlformats.org/drawingml/2006/main">
            <a:pPr marL="0" lvl="0" indent="0" algn="l">
              <a:spcBef>
                <a:spcPts val="0"/>
              </a:spcBef>
              <a:spcAft>
                <a:spcPts val="0"/>
              </a:spcAft>
              <a:buNone/>
            </a:pPr>
            <a:r>
              <a:t>The chart shows one location, not a separately measured global average.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Read the pattern aloud as: any text, followed by any text, followed by an equals sign, then any text. This is a simplified fragment, not the complete deployed expression.</a:t>
            </a:r>
            <a:endParaRPr/>
          </a:p>
          <a:p xmlns:a="http://schemas.openxmlformats.org/drawingml/2006/main">
            <a:pPr marL="0" lvl="0" indent="0" algn="l">
              <a:spcBef>
                <a:spcPts val="0"/>
              </a:spcBef>
              <a:spcAft>
                <a:spcPts val="0"/>
              </a:spcAft>
              <a:buNone/>
            </a:pPr>
            <a:r>
              <a:t>Illustrative example: when a candidate input lacks an equals sign, a backtracking matcher can repeatedly redistribute characters between the wildcard sections before deciding there is no match. A check can be logically correct yet too expensive to run on every request. Avoid calling this an infinite loop: the problem is excessive repeated work.</a:t>
            </a:r>
            <a:endParaRPr/>
          </a:p>
          <a:p xmlns:a="http://schemas.openxmlformats.org/drawingml/2006/main">
            <a:pPr marL="0" lvl="0" indent="0" algn="l">
              <a:spcBef>
                <a:spcPts val="0"/>
              </a:spcBef>
              <a:spcAft>
                <a:spcPts val="0"/>
              </a:spcAft>
              <a:buNone/>
            </a:pPr>
            <a:r>
              <a:t>Sources: https://blog.cloudflare.com/details-of-the-cloudflare-outage-on-july-2-2019/</a:t>
            </a:r>
            <a:endParaRPr/>
          </a:p>
          <a:p xmlns:a="http://schemas.openxmlformats.org/drawingml/2006/main">
            <a:pPr marL="0" lvl="0" indent="0" algn="l">
              <a:spcBef>
                <a:spcPts val="0"/>
              </a:spcBef>
              <a:spcAft>
                <a:spcPts val="0"/>
              </a:spcAft>
              <a:buNone/>
            </a:pPr>
            <a:r>
              <a:t>https://blog.cloudflare.com/cloudflare-outage/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The web application firewall (WAF) checks requests for suspicious content. This update targeted malicious JavaScript.</a:t>
            </a:r>
            <a:endParaRPr/>
          </a:p>
          <a:p xmlns:a="http://schemas.openxmlformats.org/drawingml/2006/main">
            <a:pPr marL="0" lvl="0" indent="0" algn="l">
              <a:spcBef>
                <a:spcPts val="0"/>
              </a:spcBef>
              <a:spcAft>
                <a:spcPts val="0"/>
              </a:spcAft>
              <a:buNone/>
            </a:pPr>
            <a:r>
              <a:t>A regular expression, or regex, is a text-search pattern. The simplified fragment .*.*=.* contains overlapping “match anything” sections.</a:t>
            </a:r>
            <a:endParaRPr/>
          </a:p>
          <a:p xmlns:a="http://schemas.openxmlformats.org/drawingml/2006/main">
            <a:pPr marL="0" lvl="0" indent="0" algn="l">
              <a:spcBef>
                <a:spcPts val="0"/>
              </a:spcBef>
              <a:spcAft>
                <a:spcPts val="0"/>
              </a:spcAft>
              <a:buNone/>
            </a:pPr>
            <a:r>
              <a:t>Backtracking means retrying different ways to match the same text. Here, the repeated work consumed the CPU needed to serve requests.</a:t>
            </a:r>
            <a:endParaRPr/>
          </a:p>
          <a:p xmlns:a="http://schemas.openxmlformats.org/drawingml/2006/main">
            <a:pPr marL="0" lvl="0" indent="0" algn="l">
              <a:spcBef>
                <a:spcPts val="0"/>
              </a:spcBef>
              <a:spcAft>
                <a:spcPts val="0"/>
              </a:spcAft>
              <a:buNone/>
            </a:pPr>
            <a:r>
              <a:t>“Simulate” mode only stopped the rule from blocking visitors. It still ran the expensive check on real traffic.</a:t>
            </a:r>
            <a:endParaRPr/>
          </a:p>
          <a:p xmlns:a="http://schemas.openxmlformats.org/drawingml/2006/main">
            <a:pPr marL="0" lvl="0" indent="0" algn="l">
              <a:spcBef>
                <a:spcPts val="0"/>
              </a:spcBef>
              <a:spcAft>
                <a:spcPts val="0"/>
              </a:spcAft>
              <a:buNone/>
            </a:pPr>
            <a:r>
              <a:t>The firewall runs security rules, and a rule can use a regex to search request text. Here the rule targeted malicious JavaScript. The simplified regex fragment contains overlapping wildcards, so its engine can repeatedly try different allocations of characters. This retrying is backtracking.</a:t>
            </a:r>
            <a:endParaRPr/>
          </a:p>
          <a:p xmlns:a="http://schemas.openxmlformats.org/drawingml/2006/main">
            <a:pPr marL="0" lvl="0" indent="0" algn="l">
              <a:spcBef>
                <a:spcPts val="0"/>
              </a:spcBef>
              <a:spcAft>
                <a:spcPts val="0"/>
              </a:spcAft>
              <a:buNone/>
            </a:pPr>
            <a:r>
              <a:t>The processing cost matters because these checks execute in the request-serving path. Excessive work can prevent servers from responding to ordinary visitors. Simulate mode prevents blocking decisions but still evaluates the regex.</a:t>
            </a:r>
            <a:endParaRPr/>
          </a:p>
          <a:p xmlns:a="http://schemas.openxmlformats.org/drawingml/2006/main">
            <a:pPr marL="0" lvl="0" indent="0" algn="l">
              <a:spcBef>
                <a:spcPts val="0"/>
              </a:spcBef>
              <a:spcAft>
                <a:spcPts val="0"/>
              </a:spcAft>
              <a:buNone/>
            </a:pPr>
            <a:r>
              <a:t>Connect to the next slide: a separate, earlier refactoring had accidentally removed a CPU safeguard that would have helped contain this costly processing. The refactor and the rule update were different changes.</a:t>
            </a:r>
            <a:endParaRPr/>
          </a:p>
          <a:p xmlns:a="http://schemas.openxmlformats.org/drawingml/2006/main">
            <a:pPr marL="0" lvl="0" indent="0" algn="l">
              <a:spcBef>
                <a:spcPts val="0"/>
              </a:spcBef>
              <a:spcAft>
                <a:spcPts val="0"/>
              </a:spcAft>
              <a:buNone/>
            </a:pPr>
            <a:r>
              <a:t>Source: https://blog.cloudflare.com/details-of-the-cloudflare-outage-on-july-2-2019/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Case analysis: several defenses failed together. A useful test plan asks both “Does this rule classify traffic correctly?” and “Can we afford to execute it under load?”</a:t>
            </a:r>
            <a:endParaRPr/>
          </a:p>
          <a:p xmlns:a="http://schemas.openxmlformats.org/drawingml/2006/main">
            <a:pPr marL="0" lvl="0" indent="0" algn="l">
              <a:spcBef>
                <a:spcPts val="0"/>
              </a:spcBef>
              <a:spcAft>
                <a:spcPts val="0"/>
              </a:spcAft>
              <a:buNone/>
            </a:pPr>
            <a:r>
              <a:t>A staged rollout exposes a small traffic sample first. Teams watch errors and CPU before expanding it. That limits how many customers encounter an undetected defect.</a:t>
            </a:r>
            <a:endParaRPr/>
          </a:p>
          <a:p xmlns:a="http://schemas.openxmlformats.org/drawingml/2006/main">
            <a:pPr marL="0" lvl="0" indent="0" algn="l">
              <a:spcBef>
                <a:spcPts val="0"/>
              </a:spcBef>
              <a:spcAft>
                <a:spcPts val="0"/>
              </a:spcAft>
              <a:buNone/>
            </a:pPr>
            <a:r>
              <a:t>The debt connection is the accumulated risk in testing, deployment, and recovery procedures. The new regex triggered the incident, while existing weaknesses increased its severity.</a:t>
            </a:r>
            <a:endParaRPr/>
          </a:p>
          <a:p xmlns:a="http://schemas.openxmlformats.org/drawingml/2006/main">
            <a:pPr marL="0" lvl="0" indent="0" algn="l">
              <a:spcBef>
                <a:spcPts val="0"/>
              </a:spcBef>
              <a:spcAft>
                <a:spcPts val="0"/>
              </a:spcAft>
              <a:buNone/>
            </a:pPr>
            <a:r>
              <a:t>Source: 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Earlier refactoring accidentally removed a CPU safeguard. The effort to improve performance weakened a protection against costly rules.</a:t>
            </a:r>
            <a:endParaRPr/>
          </a:p>
          <a:p xmlns:a="http://schemas.openxmlformats.org/drawingml/2006/main">
            <a:pPr marL="0" lvl="0" indent="0" algn="l">
              <a:spcBef>
                <a:spcPts val="0"/>
              </a:spcBef>
              <a:spcAft>
                <a:spcPts val="0"/>
              </a:spcAft>
              <a:buNone/>
            </a:pPr>
            <a:r>
              <a:t>Tests checked which requests to allow or block. They did not catch runaway CPU use, so passing tests gave incomplete reassurance.</a:t>
            </a:r>
            <a:endParaRPr/>
          </a:p>
          <a:p xmlns:a="http://schemas.openxmlformats.org/drawingml/2006/main">
            <a:pPr marL="0" lvl="0" indent="0" algn="l">
              <a:spcBef>
                <a:spcPts val="0"/>
              </a:spcBef>
              <a:spcAft>
                <a:spcPts val="0"/>
              </a:spcAft>
              <a:buNone/>
            </a:pPr>
            <a:r>
              <a:t>The rollout sent the rule worldwide without a limited trial. A local defect therefore became a global availability problem.</a:t>
            </a:r>
            <a:endParaRPr/>
          </a:p>
          <a:p xmlns:a="http://schemas.openxmlformats.org/drawingml/2006/main">
            <a:pPr marL="0" lvl="0" indent="0" algn="l">
              <a:spcBef>
                <a:spcPts val="0"/>
              </a:spcBef>
              <a:spcAft>
                <a:spcPts val="0"/>
              </a:spcAft>
              <a:buNone/>
            </a:pPr>
            <a:r>
              <a:t>Recovery also depended on affected systems. Engineers struggled to access internal tools, making an emergency change harder.</a:t>
            </a:r>
            <a:endParaRPr/>
          </a:p>
          <a:p xmlns:a="http://schemas.openxmlformats.org/drawingml/2006/main">
            <a:pPr marL="0" lvl="0" indent="0" algn="l">
              <a:spcBef>
                <a:spcPts val="0"/>
              </a:spcBef>
              <a:spcAft>
                <a:spcPts val="0"/>
              </a:spcAft>
              <a:buNone/>
            </a:pPr>
            <a:r>
              <a:t>Make the chronology explicit: these were two different changes. Weeks before the outage, performance-focused refactoring accidentally removed protection against excessive CPU use. On July 2, a separate managed-rule update introduced an expensive regex. The earlier regression therefore contributed to the outage, while the new rule was the immediate trigger.</a:t>
            </a:r>
            <a:endParaRPr/>
          </a:p>
          <a:p xmlns:a="http://schemas.openxmlformats.org/drawingml/2006/main">
            <a:pPr marL="0" lvl="0" indent="0" algn="l">
              <a:spcBef>
                <a:spcPts val="0"/>
              </a:spcBef>
              <a:spcAft>
                <a:spcPts val="0"/>
              </a:spcAft>
              <a:buNone/>
            </a:pPr>
            <a:r>
              <a:t>A regression is an unintended loss of previously working behavior or protection after a change. Cloudflare said the removed safeguard would have helped prevent excessive CPU use. Avoid claiming it was guaranteed to prevent this entire outage, because several other weaknesses also contributed.</a:t>
            </a:r>
            <a:endParaRPr/>
          </a:p>
          <a:p xmlns:a="http://schemas.openxmlformats.org/drawingml/2006/main">
            <a:pPr marL="0" lvl="0" indent="0" algn="l">
              <a:spcBef>
                <a:spcPts val="0"/>
              </a:spcBef>
              <a:spcAft>
                <a:spcPts val="0"/>
              </a:spcAft>
              <a:buNone/>
            </a:pPr>
            <a:r>
              <a:t>The testing and rollout gaps increased the impact. The regex was part of the WAF request-processing path, so its CPU cost competed with serving users.</a:t>
            </a:r>
            <a:endParaRPr/>
          </a:p>
          <a:p xmlns:a="http://schemas.openxmlformats.org/drawingml/2006/main">
            <a:pPr marL="0" lvl="0" indent="0" algn="l">
              <a:spcBef>
                <a:spcPts val="0"/>
              </a:spcBef>
              <a:spcAft>
                <a:spcPts val="0"/>
              </a:spcAft>
              <a:buNone/>
            </a:pPr>
            <a:r>
              <a:t>Source: https://blog.cloudflare.com/details-of-the-cloudflare-outage-on-july-2-2019/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first bullet describes work reported complete. The following actions were announced in the July 12 postmortem, so this slide does not claim they had all shipped by that date.</a:t>
            </a:r>
            <a:endParaRPr/>
          </a:p>
          <a:p xmlns:a="http://schemas.openxmlformats.org/drawingml/2006/main">
            <a:pPr marL="0" lvl="0" indent="0" algn="l">
              <a:spcBef>
                <a:spcPts val="0"/>
              </a:spcBef>
              <a:spcAft>
                <a:spcPts val="0"/>
              </a:spcAft>
              <a:buNone/>
            </a:pPr>
            <a:r>
              <a:t>RE2 explanation: for a fixed pattern, work scales proportionally with input length instead of exploding through repeated retries. This does not mean every expression takes the same time. RE2 also restricts syntax: features such as backreferences and look-around are unsupported. A migration therefore needs compatibility tests.</a:t>
            </a:r>
            <a:endParaRPr/>
          </a:p>
          <a:p xmlns:a="http://schemas.openxmlformats.org/drawingml/2006/main">
            <a:pPr marL="0" lvl="0" indent="0" algn="l">
              <a:spcBef>
                <a:spcPts val="0"/>
              </a:spcBef>
              <a:spcAft>
                <a:spcPts val="0"/>
              </a:spcAft>
              <a:buNone/>
            </a:pPr>
            <a:r>
              <a:t>Sources: https://blog.cloudflare.com/details-of-the-cloudflare-outage-on-july-2-2019/</a:t>
            </a:r>
            <a:endParaRPr/>
          </a:p>
          <a:p xmlns:a="http://schemas.openxmlformats.org/drawingml/2006/main">
            <a:pPr marL="0" lvl="0" indent="0" algn="l">
              <a:spcBef>
                <a:spcPts val="0"/>
              </a:spcBef>
              <a:spcAft>
                <a:spcPts val="0"/>
              </a:spcAft>
              <a:buNone/>
            </a:pPr>
            <a:r>
              <a:t>https://github.com/google/re2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Completed by July 12: restored the CPU safeguard and inspected all 3,868 managed rules for similar problems.</a:t>
            </a:r>
            <a:endParaRPr/>
          </a:p>
          <a:p xmlns:a="http://schemas.openxmlformats.org/drawingml/2006/main">
            <a:pPr marL="0" lvl="0" indent="0" algn="l">
              <a:spcBef>
                <a:spcPts val="0"/>
              </a:spcBef>
              <a:spcAft>
                <a:spcPts val="0"/>
              </a:spcAft>
              <a:buNone/>
            </a:pPr>
            <a:r>
              <a:t>Planned testing: profile each rule’s performance. That means measuring its processing cost, beyond whether it gives the right answer.</a:t>
            </a:r>
            <a:endParaRPr/>
          </a:p>
          <a:p xmlns:a="http://schemas.openxmlformats.org/drawingml/2006/main">
            <a:pPr marL="0" lvl="0" indent="0" algn="l">
              <a:spcBef>
                <a:spcPts val="0"/>
              </a:spcBef>
              <a:spcAft>
                <a:spcPts val="0"/>
              </a:spcAft>
              <a:buNone/>
            </a:pPr>
            <a:r>
              <a:t>Planned rollout: release rules in stages. Planned engine change: use RE2 or Rust regex with runtime guarantees.</a:t>
            </a:r>
            <a:endParaRPr/>
          </a:p>
          <a:p xmlns:a="http://schemas.openxmlformats.org/drawingml/2006/main">
            <a:pPr marL="0" lvl="0" indent="0" algn="l">
              <a:spcBef>
                <a:spcPts val="0"/>
              </a:spcBef>
              <a:spcAft>
                <a:spcPts val="0"/>
              </a:spcAft>
              <a:buNone/>
            </a:pPr>
            <a:r>
              <a:t>Why the engine matters: RE2 bounds matching time linearly in input length for a fixed pattern, avoiding unbounded backtracking.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Additional lessons and discussion:</a:t>
            </a:r>
            <a:endParaRPr/>
          </a:p>
          <a:p xmlns:a="http://schemas.openxmlformats.org/drawingml/2006/main">
            <a:pPr marL="0" lvl="0" indent="0" algn="l">
              <a:spcBef>
                <a:spcPts val="0"/>
              </a:spcBef>
              <a:spcAft>
                <a:spcPts val="0"/>
              </a:spcAft>
              <a:buNone/>
            </a:pPr>
            <a:r>
              <a:t>These are the presentation’s conclusions from the case. Corrective maintenance addresses an existing defect. Preventive maintenance reduces the likelihood of future failures.</a:t>
            </a:r>
            <a:endParaRPr/>
          </a:p>
          <a:p xmlns:a="http://schemas.openxmlformats.org/drawingml/2006/main">
            <a:pPr marL="0" lvl="0" indent="0" algn="l">
              <a:spcBef>
                <a:spcPts val="0"/>
              </a:spcBef>
              <a:spcAft>
                <a:spcPts val="0"/>
              </a:spcAft>
              <a:buNone/>
            </a:pPr>
            <a:r>
              <a:t>Refactoring changes a program’s internal structure while preserving external behavior. The case shows why a team must identify the protections that need to survive a code change. A proposed regression test could run difficult inputs and fail when a rule exceeds an agreed processing budget. This is a recommendation, not a claim about Cloudflare’s exact implementation.</a:t>
            </a:r>
            <a:endParaRPr/>
          </a:p>
          <a:p xmlns:a="http://schemas.openxmlformats.org/drawingml/2006/main">
            <a:pPr marL="0" lvl="0" indent="0" algn="l">
              <a:spcBef>
                <a:spcPts val="0"/>
              </a:spcBef>
              <a:spcAft>
                <a:spcPts val="0"/>
              </a:spcAft>
              <a:buNone/>
            </a:pPr>
            <a:r>
              <a:t>Discussion question: If a change returns the same answers but makes the service unavailable under load, has it preserved the behavior users need?</a:t>
            </a:r>
            <a:endParaRPr/>
          </a:p>
          <a:p xmlns:a="http://schemas.openxmlformats.org/drawingml/2006/main">
            <a:pPr marL="0" lvl="0" indent="0" algn="l">
              <a:spcBef>
                <a:spcPts val="0"/>
              </a:spcBef>
              <a:spcAft>
                <a:spcPts val="0"/>
              </a:spcAft>
              <a:buNone/>
            </a:pPr>
            <a:r>
              <a:t>Concept source: https://refactoring.com/</a:t>
            </a:r>
            <a:endParaRPr/>
          </a:p>
          <a:p xmlns:a="http://schemas.openxmlformats.org/drawingml/2006/main">
            <a:pPr marL="0" lvl="0" indent="0" algn="l">
              <a:spcBef>
                <a:spcPts val="0"/>
              </a:spcBef>
              <a:spcAft>
                <a:spcPts val="0"/>
              </a:spcAft>
              <a:buNone/>
            </a:pPr>
            <a:r>
              <a:t>Case evidence: https://blog.cloudflare.com/details-of-the-cloudflare-outage-on-july-2-2019/</a:t>
            </a:r>
            <a:endParaRPr/>
          </a:p>
          <a:p xmlns:a="http://schemas.openxmlformats.org/drawingml/2006/main">
            <a:pPr marL="0" lvl="0" indent="0" algn="l">
              <a:spcBef>
                <a:spcPts val="0"/>
              </a:spcBef>
              <a:spcAft>
                <a:spcPts val="0"/>
              </a:spcAft>
              <a:buNone/>
            </a:pPr>
            <a:r>
              <a:t>Maintenance includes keeping changes safe. Fixing the broken rule restores service, while stronger tests help prevent another failure.</a:t>
            </a:r>
            <a:endParaRPr/>
          </a:p>
          <a:p xmlns:a="http://schemas.openxmlformats.org/drawingml/2006/main">
            <a:pPr marL="0" lvl="0" indent="0" algn="l">
              <a:spcBef>
                <a:spcPts val="0"/>
              </a:spcBef>
              <a:spcAft>
                <a:spcPts val="0"/>
              </a:spcAft>
              <a:buNone/>
            </a:pPr>
            <a:r>
              <a:t>Technical debt can live in processes too. Saving time on rollout or testing can create larger debugging and outage costs later.</a:t>
            </a:r>
            <a:endParaRPr/>
          </a:p>
          <a:p xmlns:a="http://schemas.openxmlformats.org/drawingml/2006/main">
            <a:pPr marL="0" lvl="0" indent="0" algn="l">
              <a:spcBef>
                <a:spcPts val="0"/>
              </a:spcBef>
              <a:spcAft>
                <a:spcPts val="0"/>
              </a:spcAft>
              <a:buNone/>
            </a:pPr>
            <a:r>
              <a:t>Refactoring should preserve behavior. Teams also need regression tests for safety limits that ordinary feature tests may miss.</a:t>
            </a:r>
            <a:endParaRPr/>
          </a:p>
          <a:p xmlns:a="http://schemas.openxmlformats.org/drawingml/2006/main">
            <a:pPr marL="0" lvl="0" indent="0" algn="l">
              <a:spcBef>
                <a:spcPts val="0"/>
              </a:spcBef>
              <a:spcAft>
                <a:spcPts val="0"/>
              </a:spcAft>
              <a:buNone/>
            </a:pPr>
            <a:r>
              <a:t>Practical takeaway: test correctness and resource use, expand releases gradually, and rehearse recovery when normal tools are unavailable.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73826e7e2a4b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47e857efcf47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28fc7a87e740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51de2e95f04f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14b9cccd4f49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58de11708f4db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c0d2e704a27483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583e9e9e4724e7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052c5f16a94468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17e3abbaf234a6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e96a497783942d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0c061cfb9cec41d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758a0d1c2efc424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d103eef5620c436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87c6b9d5665e44e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bee6487babad4db1"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3a5ebb78d7c04640"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a4e9cafc94d8419a"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3eba3620eb0b4c5f"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b8bca6c793864e84"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f4c6577463a64a43"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67ec4e0ec4da4a82"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1DBF76A6-E7D2-471D-B830-32429652E37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E5A822B7-ECC4-4B1E-A898-FBDD7976665C}"/>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C0D249F6-92AF-4248-A4EF-203EA11223A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0CF78C72-9B57-4D6E-B176-B199B80FFDC6}"/>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02D4A4CB-5C1F-4DB5-AFFF-63B0F5E1DE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BC4DEEFE-F3C1-4E2B-8DFF-5A72620384E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51F2D044-A6A1-4FD7-AAC5-35464A6C4CC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3C219DB9-D6F3-4F19-AE9F-BC7FEC9F78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7C351D77-650D-4C35-BAB4-87F6042CC19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577321CC-D77F-4756-8190-C73A397EF0DC}"/>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886B9A7D-7F51-4659-AC7A-DB03DAC1D80B}"/>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8BDF4B95-3A2D-46E2-B0C9-497D1B6FE47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8D15B4F0-2F8C-4FDF-8A75-C78C0CB64A7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7D316778-65A9-4276-9371-442A12D887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54F75451-516A-48D3-B611-98DD27A15AFC}"/>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B21F1E27-CCAF-4BD4-AD23-D3EB5151BBD5}"/>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BF5F9220-160D-45E5-A1DE-F50753520CB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9C3C1CEB-15D9-40A8-B6E2-5DF40449E22E}"/>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0A5E59FF-99F7-42DB-8D11-870BF0B373C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69FD25FC-8B8F-41D3-A558-C7AE1D580083}"/>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37FAD47B-205E-42B3-AAC7-39F652F1D81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1765499E-59CE-49F4-BC16-5A4A28602A89}"/>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085CC6B3-85BF-4E68-9055-D2FEDF149BC4}"/>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DC3153D5-3CD3-475C-B048-C55CC6CBC93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B1CA9F07-74FA-4B46-A28A-AFB881310F6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E65C115-9003-41EC-92BA-3D9E1EBB81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28C2E02A-7FCD-4805-9EEA-99E10A97C64E}"/>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09DA680B-21CA-4345-B216-C76042BAF3FF}"/>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D1D66801-7DAF-4EF3-AD86-D017E7876C7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D1554BA4-7261-4683-8020-C57E6A1FD5F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43145B99-D6CF-498D-899E-3D68550B74FD}"/>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1967EECE-ED64-465F-8A12-324B2CA21FD0}"/>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9" name="Google Shape;59;p14">
            <a:extLst xmlns:a="http://schemas.openxmlformats.org/drawingml/2006/main">
              <a:ext uri="{FF2B5EF4-FFF2-40B4-BE49-F238E27FC236}">
                <a16:creationId xmlns:a16="http://schemas.microsoft.com/office/drawing/2014/main" id="{DD12850B-30AD-4A2A-AEB7-8F641AD2F430}"/>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61" name="Google Shape;61;p15">
            <a:extLst xmlns:a="http://schemas.openxmlformats.org/drawingml/2006/main">
              <a:ext uri="{FF2B5EF4-FFF2-40B4-BE49-F238E27FC236}">
                <a16:creationId xmlns:a16="http://schemas.microsoft.com/office/drawing/2014/main" id="{08DB5432-B0B4-4B00-BB52-BC5275C6DE4D}"/>
              </a:ext>
            </a:extLst>
          </p:cNvPr>
          <p:cNvSpPr>
            <a:spLocks xmlns:a="http://schemas.openxmlformats.org/drawingml/2006/main" noGrp="1"/>
          </p:cNvSpPr>
          <p:nvPr>
            <p:ph type="ctrTitle" idx="0"/>
          </p:nvPr>
        </p:nvSpPr>
        <p:spPr>
          <a:xfrm xmlns:a="http://schemas.openxmlformats.org/drawingml/2006/main">
            <a:off x="514364" y="1597819"/>
            <a:ext cx="5829455"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2" name="Google Shape;62;p15">
            <a:extLst xmlns:a="http://schemas.openxmlformats.org/drawingml/2006/main">
              <a:ext uri="{FF2B5EF4-FFF2-40B4-BE49-F238E27FC236}">
                <a16:creationId xmlns:a16="http://schemas.microsoft.com/office/drawing/2014/main" id="{B9CBC5D6-B22F-4715-8398-4BDD2CB32985}"/>
              </a:ext>
            </a:extLst>
          </p:cNvPr>
          <p:cNvSpPr>
            <a:spLocks xmlns:a="http://schemas.openxmlformats.org/drawingml/2006/main" noGrp="1"/>
          </p:cNvSpPr>
          <p:nvPr>
            <p:ph type="subTitle" idx="1"/>
          </p:nvPr>
        </p:nvSpPr>
        <p:spPr>
          <a:xfrm xmlns:a="http://schemas.openxmlformats.org/drawingml/2006/main">
            <a:off x="1028727" y="2914650"/>
            <a:ext cx="4800728"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spcBef>
                <a:spcPts val="500"/>
              </a:spcBef>
              <a:spcAft>
                <a:spcPts val="0"/>
              </a:spcAft>
              <a:buClr>
                <a:srgbClr val="888888"/>
              </a:buClr>
              <a:buSzPts val="2400"/>
              <a:buNone/>
              <a:defRPr>
                <a:solidFill>
                  <a:srgbClr val="888888"/>
                </a:solidFill>
              </a:defRPr>
            </a:lvl1pPr>
            <a:lvl2pPr algn="ctr">
              <a:spcBef>
                <a:spcPts val="400"/>
              </a:spcBef>
              <a:spcAft>
                <a:spcPts val="0"/>
              </a:spcAft>
              <a:buClr>
                <a:srgbClr val="888888"/>
              </a:buClr>
              <a:buSzPts val="2100"/>
              <a:buNone/>
              <a:defRPr>
                <a:solidFill>
                  <a:srgbClr val="888888"/>
                </a:solidFill>
              </a:defRPr>
            </a:lvl2pPr>
            <a:lvl3pPr algn="ctr">
              <a:spcBef>
                <a:spcPts val="400"/>
              </a:spcBef>
              <a:spcAft>
                <a:spcPts val="0"/>
              </a:spcAft>
              <a:buClr>
                <a:srgbClr val="888888"/>
              </a:buClr>
              <a:buSzPts val="1800"/>
              <a:buNone/>
              <a:defRPr>
                <a:solidFill>
                  <a:srgbClr val="888888"/>
                </a:solidFill>
              </a:defRPr>
            </a:lvl3pPr>
            <a:lvl4pPr algn="ctr">
              <a:spcBef>
                <a:spcPts val="300"/>
              </a:spcBef>
              <a:spcAft>
                <a:spcPts val="0"/>
              </a:spcAft>
              <a:buClr>
                <a:srgbClr val="888888"/>
              </a:buClr>
              <a:buSzPts val="1500"/>
              <a:buNone/>
              <a:defRPr>
                <a:solidFill>
                  <a:srgbClr val="888888"/>
                </a:solidFill>
              </a:defRPr>
            </a:lvl4pPr>
            <a:lvl5pPr algn="ctr">
              <a:spcBef>
                <a:spcPts val="300"/>
              </a:spcBef>
              <a:spcAft>
                <a:spcPts val="0"/>
              </a:spcAft>
              <a:buClr>
                <a:srgbClr val="888888"/>
              </a:buClr>
              <a:buSzPts val="1500"/>
              <a:buNone/>
              <a:defRPr>
                <a:solidFill>
                  <a:srgbClr val="888888"/>
                </a:solidFill>
              </a:defRPr>
            </a:lvl5pPr>
            <a:lvl6pPr algn="ctr">
              <a:spcBef>
                <a:spcPts val="300"/>
              </a:spcBef>
              <a:spcAft>
                <a:spcPts val="0"/>
              </a:spcAft>
              <a:buClr>
                <a:srgbClr val="888888"/>
              </a:buClr>
              <a:buSzPts val="1500"/>
              <a:buNone/>
              <a:defRPr>
                <a:solidFill>
                  <a:srgbClr val="888888"/>
                </a:solidFill>
              </a:defRPr>
            </a:lvl6pPr>
            <a:lvl7pPr algn="ctr">
              <a:spcBef>
                <a:spcPts val="300"/>
              </a:spcBef>
              <a:spcAft>
                <a:spcPts val="0"/>
              </a:spcAft>
              <a:buClr>
                <a:srgbClr val="888888"/>
              </a:buClr>
              <a:buSzPts val="1500"/>
              <a:buNone/>
              <a:defRPr>
                <a:solidFill>
                  <a:srgbClr val="888888"/>
                </a:solidFill>
              </a:defRPr>
            </a:lvl7pPr>
            <a:lvl8pPr algn="ctr">
              <a:spcBef>
                <a:spcPts val="300"/>
              </a:spcBef>
              <a:spcAft>
                <a:spcPts val="0"/>
              </a:spcAft>
              <a:buClr>
                <a:srgbClr val="888888"/>
              </a:buClr>
              <a:buSzPts val="1500"/>
              <a:buNone/>
              <a:defRPr>
                <a:solidFill>
                  <a:srgbClr val="888888"/>
                </a:solidFill>
              </a:defRPr>
            </a:lvl8pPr>
            <a:lvl9pPr algn="ctr">
              <a:spcBef>
                <a:spcPts val="300"/>
              </a:spcBef>
              <a:spcAft>
                <a:spcPts val="0"/>
              </a:spcAft>
              <a:buClr>
                <a:srgbClr val="888888"/>
              </a:buClr>
              <a:buSzPts val="1500"/>
              <a:buNone/>
              <a:defRPr>
                <a:solidFill>
                  <a:srgbClr val="888888"/>
                </a:solidFill>
              </a:defRPr>
            </a:lvl9pPr>
          </a:lstStyle>
          <a:p xmlns:a="http://schemas.openxmlformats.org/drawingml/2006/main"/>
        </p:txBody>
      </p:sp>
      <p:sp>
        <p:nvSpPr>
          <p:cNvPr id="63" name="Google Shape;63;p15">
            <a:extLst xmlns:a="http://schemas.openxmlformats.org/drawingml/2006/main">
              <a:ext uri="{FF2B5EF4-FFF2-40B4-BE49-F238E27FC236}">
                <a16:creationId xmlns:a16="http://schemas.microsoft.com/office/drawing/2014/main" id="{31826811-9344-412B-9F53-529AAF345AA2}"/>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5516ECAF-2EF6-46EF-B5C6-21D535A2CA48}"/>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5" name="Google Shape;65;p15">
            <a:extLst xmlns:a="http://schemas.openxmlformats.org/drawingml/2006/main">
              <a:ext uri="{FF2B5EF4-FFF2-40B4-BE49-F238E27FC236}">
                <a16:creationId xmlns:a16="http://schemas.microsoft.com/office/drawing/2014/main" id="{B1678455-3D97-43A1-B0F0-C804D57E5A57}"/>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67" name="Google Shape;67;p16">
            <a:extLst xmlns:a="http://schemas.openxmlformats.org/drawingml/2006/main">
              <a:ext uri="{FF2B5EF4-FFF2-40B4-BE49-F238E27FC236}">
                <a16:creationId xmlns:a16="http://schemas.microsoft.com/office/drawing/2014/main" id="{A83B252E-2AE6-41DF-AA77-4C2CC36FB0C8}"/>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8" name="Google Shape;68;p16">
            <a:extLst xmlns:a="http://schemas.openxmlformats.org/drawingml/2006/main">
              <a:ext uri="{FF2B5EF4-FFF2-40B4-BE49-F238E27FC236}">
                <a16:creationId xmlns:a16="http://schemas.microsoft.com/office/drawing/2014/main" id="{6D0AA315-7A00-4C09-A9D0-FB5500160A5F}"/>
              </a:ext>
            </a:extLst>
          </p:cNvPr>
          <p:cNvSpPr>
            <a:spLocks xmlns:a="http://schemas.openxmlformats.org/drawingml/2006/main" noGrp="1"/>
          </p:cNvSpPr>
          <p:nvPr>
            <p:ph type="body" idx="1"/>
          </p:nvPr>
        </p:nvSpPr>
        <p:spPr>
          <a:xfrm xmlns:a="http://schemas.openxmlformats.org/drawingml/2006/main">
            <a:off x="342909" y="1200150"/>
            <a:ext cx="6172365"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69" name="Google Shape;69;p16">
            <a:extLst xmlns:a="http://schemas.openxmlformats.org/drawingml/2006/main">
              <a:ext uri="{FF2B5EF4-FFF2-40B4-BE49-F238E27FC236}">
                <a16:creationId xmlns:a16="http://schemas.microsoft.com/office/drawing/2014/main" id="{3075F3F2-3883-412C-9881-25820CE1507A}"/>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0" name="Google Shape;70;p16">
            <a:extLst xmlns:a="http://schemas.openxmlformats.org/drawingml/2006/main">
              <a:ext uri="{FF2B5EF4-FFF2-40B4-BE49-F238E27FC236}">
                <a16:creationId xmlns:a16="http://schemas.microsoft.com/office/drawing/2014/main" id="{4568A37F-A757-4223-B052-7EAB14335254}"/>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1" name="Google Shape;71;p16">
            <a:extLst xmlns:a="http://schemas.openxmlformats.org/drawingml/2006/main">
              <a:ext uri="{FF2B5EF4-FFF2-40B4-BE49-F238E27FC236}">
                <a16:creationId xmlns:a16="http://schemas.microsoft.com/office/drawing/2014/main" id="{FCCA3380-B471-4ADA-8899-7BEE733F25F2}"/>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73" name="Google Shape;73;p17">
            <a:extLst xmlns:a="http://schemas.openxmlformats.org/drawingml/2006/main">
              <a:ext uri="{FF2B5EF4-FFF2-40B4-BE49-F238E27FC236}">
                <a16:creationId xmlns:a16="http://schemas.microsoft.com/office/drawing/2014/main" id="{F7AFA3AE-B225-4E96-9C80-3D334F97CF18}"/>
              </a:ext>
            </a:extLst>
          </p:cNvPr>
          <p:cNvSpPr>
            <a:spLocks xmlns:a="http://schemas.openxmlformats.org/drawingml/2006/main" noGrp="1"/>
          </p:cNvSpPr>
          <p:nvPr>
            <p:ph type="title" idx="0"/>
          </p:nvPr>
        </p:nvSpPr>
        <p:spPr>
          <a:xfrm xmlns:a="http://schemas.openxmlformats.org/drawingml/2006/main">
            <a:off x="541749" y="3305175"/>
            <a:ext cx="5829455"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l">
              <a:spcBef>
                <a:spcPts val="0"/>
              </a:spcBef>
              <a:spcAft>
                <a:spcPts val="0"/>
              </a:spcAft>
              <a:buClr>
                <a:schemeClr val="dk1"/>
              </a:buClr>
              <a:buSzPts val="3000"/>
              <a:buFont typeface="Calibri"/>
              <a:buNone/>
              <a:defRPr sz="3000" b="1" cap="none"/>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74" name="Google Shape;74;p17">
            <a:extLst xmlns:a="http://schemas.openxmlformats.org/drawingml/2006/main">
              <a:ext uri="{FF2B5EF4-FFF2-40B4-BE49-F238E27FC236}">
                <a16:creationId xmlns:a16="http://schemas.microsoft.com/office/drawing/2014/main" id="{02AD6477-B245-464B-92EE-D55653B5D91B}"/>
              </a:ext>
            </a:extLst>
          </p:cNvPr>
          <p:cNvSpPr>
            <a:spLocks xmlns:a="http://schemas.openxmlformats.org/drawingml/2006/main" noGrp="1"/>
          </p:cNvSpPr>
          <p:nvPr>
            <p:ph type="body" idx="1"/>
          </p:nvPr>
        </p:nvSpPr>
        <p:spPr>
          <a:xfrm xmlns:a="http://schemas.openxmlformats.org/drawingml/2006/main">
            <a:off x="541749" y="2180035"/>
            <a:ext cx="5829455"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300"/>
              </a:spcBef>
              <a:spcAft>
                <a:spcPts val="0"/>
              </a:spcAft>
              <a:buClr>
                <a:srgbClr val="888888"/>
              </a:buClr>
              <a:buSzPts val="1500"/>
              <a:buNone/>
              <a:defRPr sz="1500">
                <a:solidFill>
                  <a:srgbClr val="888888"/>
                </a:solidFill>
              </a:defRPr>
            </a:lvl1pPr>
            <a:lvl2pPr marL="914400" indent="-228600" algn="l">
              <a:spcBef>
                <a:spcPts val="300"/>
              </a:spcBef>
              <a:spcAft>
                <a:spcPts val="0"/>
              </a:spcAft>
              <a:buClr>
                <a:srgbClr val="888888"/>
              </a:buClr>
              <a:buSzPts val="1400"/>
              <a:buNone/>
              <a:defRPr sz="1400">
                <a:solidFill>
                  <a:srgbClr val="888888"/>
                </a:solidFill>
              </a:defRPr>
            </a:lvl2pPr>
            <a:lvl3pPr marL="1371600" indent="-228600" algn="l">
              <a:spcBef>
                <a:spcPts val="200"/>
              </a:spcBef>
              <a:spcAft>
                <a:spcPts val="0"/>
              </a:spcAft>
              <a:buClr>
                <a:srgbClr val="888888"/>
              </a:buClr>
              <a:buSzPts val="1200"/>
              <a:buNone/>
              <a:defRPr sz="1200">
                <a:solidFill>
                  <a:srgbClr val="888888"/>
                </a:solidFill>
              </a:defRPr>
            </a:lvl3pPr>
            <a:lvl4pPr marL="1828800" indent="-228600" algn="l">
              <a:spcBef>
                <a:spcPts val="200"/>
              </a:spcBef>
              <a:spcAft>
                <a:spcPts val="0"/>
              </a:spcAft>
              <a:buClr>
                <a:srgbClr val="888888"/>
              </a:buClr>
              <a:buSzPts val="1100"/>
              <a:buNone/>
              <a:defRPr sz="1100">
                <a:solidFill>
                  <a:srgbClr val="888888"/>
                </a:solidFill>
              </a:defRPr>
            </a:lvl4pPr>
            <a:lvl5pPr marL="2286000" indent="-228600" algn="l">
              <a:spcBef>
                <a:spcPts val="200"/>
              </a:spcBef>
              <a:spcAft>
                <a:spcPts val="0"/>
              </a:spcAft>
              <a:buClr>
                <a:srgbClr val="888888"/>
              </a:buClr>
              <a:buSzPts val="1100"/>
              <a:buNone/>
              <a:defRPr sz="1100">
                <a:solidFill>
                  <a:srgbClr val="888888"/>
                </a:solidFill>
              </a:defRPr>
            </a:lvl5pPr>
            <a:lvl6pPr marL="2743200" indent="-228600" algn="l">
              <a:spcBef>
                <a:spcPts val="200"/>
              </a:spcBef>
              <a:spcAft>
                <a:spcPts val="0"/>
              </a:spcAft>
              <a:buClr>
                <a:srgbClr val="888888"/>
              </a:buClr>
              <a:buSzPts val="1100"/>
              <a:buNone/>
              <a:defRPr sz="1100">
                <a:solidFill>
                  <a:srgbClr val="888888"/>
                </a:solidFill>
              </a:defRPr>
            </a:lvl6pPr>
            <a:lvl7pPr marL="3200400" indent="-228600" algn="l">
              <a:spcBef>
                <a:spcPts val="200"/>
              </a:spcBef>
              <a:spcAft>
                <a:spcPts val="0"/>
              </a:spcAft>
              <a:buClr>
                <a:srgbClr val="888888"/>
              </a:buClr>
              <a:buSzPts val="1100"/>
              <a:buNone/>
              <a:defRPr sz="1100">
                <a:solidFill>
                  <a:srgbClr val="888888"/>
                </a:solidFill>
              </a:defRPr>
            </a:lvl7pPr>
            <a:lvl8pPr marL="3657600" indent="-228600" algn="l">
              <a:spcBef>
                <a:spcPts val="200"/>
              </a:spcBef>
              <a:spcAft>
                <a:spcPts val="0"/>
              </a:spcAft>
              <a:buClr>
                <a:srgbClr val="888888"/>
              </a:buClr>
              <a:buSzPts val="1100"/>
              <a:buNone/>
              <a:defRPr sz="1100">
                <a:solidFill>
                  <a:srgbClr val="888888"/>
                </a:solidFill>
              </a:defRPr>
            </a:lvl8pPr>
            <a:lvl9pPr marL="4114800" indent="-228600" algn="l">
              <a:spcBef>
                <a:spcPts val="200"/>
              </a:spcBef>
              <a:spcAft>
                <a:spcPts val="0"/>
              </a:spcAft>
              <a:buClr>
                <a:srgbClr val="888888"/>
              </a:buClr>
              <a:buSzPts val="1100"/>
              <a:buNone/>
              <a:defRPr sz="1100">
                <a:solidFill>
                  <a:srgbClr val="888888"/>
                </a:solidFill>
              </a:defRPr>
            </a:lvl9pPr>
          </a:lstStyle>
          <a:p xmlns:a="http://schemas.openxmlformats.org/drawingml/2006/main"/>
        </p:txBody>
      </p:sp>
      <p:sp>
        <p:nvSpPr>
          <p:cNvPr id="75" name="Google Shape;75;p17">
            <a:extLst xmlns:a="http://schemas.openxmlformats.org/drawingml/2006/main">
              <a:ext uri="{FF2B5EF4-FFF2-40B4-BE49-F238E27FC236}">
                <a16:creationId xmlns:a16="http://schemas.microsoft.com/office/drawing/2014/main" id="{9E3BA603-D8D2-4DD4-9518-91C715BBCA3C}"/>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6" name="Google Shape;76;p17">
            <a:extLst xmlns:a="http://schemas.openxmlformats.org/drawingml/2006/main">
              <a:ext uri="{FF2B5EF4-FFF2-40B4-BE49-F238E27FC236}">
                <a16:creationId xmlns:a16="http://schemas.microsoft.com/office/drawing/2014/main" id="{7B2F198C-F4B0-4BE7-82E7-86A5E0254792}"/>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7" name="Google Shape;77;p17">
            <a:extLst xmlns:a="http://schemas.openxmlformats.org/drawingml/2006/main">
              <a:ext uri="{FF2B5EF4-FFF2-40B4-BE49-F238E27FC236}">
                <a16:creationId xmlns:a16="http://schemas.microsoft.com/office/drawing/2014/main" id="{9984B88A-8543-4167-BAF7-0FAC1A84BC2F}"/>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79" name="Google Shape;79;p18">
            <a:extLst xmlns:a="http://schemas.openxmlformats.org/drawingml/2006/main">
              <a:ext uri="{FF2B5EF4-FFF2-40B4-BE49-F238E27FC236}">
                <a16:creationId xmlns:a16="http://schemas.microsoft.com/office/drawing/2014/main" id="{84F360A3-4E43-4DF4-BEB1-3B200D482C54}"/>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80" name="Google Shape;80;p18">
            <a:extLst xmlns:a="http://schemas.openxmlformats.org/drawingml/2006/main">
              <a:ext uri="{FF2B5EF4-FFF2-40B4-BE49-F238E27FC236}">
                <a16:creationId xmlns:a16="http://schemas.microsoft.com/office/drawing/2014/main" id="{27E3E39E-8C4A-4D32-A0D9-70890466CCAD}"/>
              </a:ext>
            </a:extLst>
          </p:cNvPr>
          <p:cNvSpPr>
            <a:spLocks xmlns:a="http://schemas.openxmlformats.org/drawingml/2006/main" noGrp="1"/>
          </p:cNvSpPr>
          <p:nvPr>
            <p:ph type="body" idx="1"/>
          </p:nvPr>
        </p:nvSpPr>
        <p:spPr>
          <a:xfrm xmlns:a="http://schemas.openxmlformats.org/drawingml/2006/main">
            <a:off x="342909" y="1200150"/>
            <a:ext cx="3029031"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spcBef>
                <a:spcPts val="400"/>
              </a:spcBef>
              <a:spcAft>
                <a:spcPts val="0"/>
              </a:spcAft>
              <a:buClr>
                <a:schemeClr val="dk1"/>
              </a:buClr>
              <a:buSzPts val="2100"/>
              <a:buChar char="•"/>
              <a:defRPr sz="2100"/>
            </a:lvl1pPr>
            <a:lvl2pPr marL="914400" indent="-342900" algn="l">
              <a:spcBef>
                <a:spcPts val="400"/>
              </a:spcBef>
              <a:spcAft>
                <a:spcPts val="0"/>
              </a:spcAft>
              <a:buClr>
                <a:schemeClr val="dk1"/>
              </a:buClr>
              <a:buSzPts val="1800"/>
              <a:buChar char="–"/>
              <a:defRPr sz="1800"/>
            </a:lvl2pPr>
            <a:lvl3pPr marL="1371600" indent="-323850" algn="l">
              <a:spcBef>
                <a:spcPts val="300"/>
              </a:spcBef>
              <a:spcAft>
                <a:spcPts val="0"/>
              </a:spcAft>
              <a:buClr>
                <a:schemeClr val="dk1"/>
              </a:buClr>
              <a:buSzPts val="1500"/>
              <a:buChar char="•"/>
              <a:defRPr sz="1500"/>
            </a:lvl3pPr>
            <a:lvl4pPr marL="1828800" indent="-317500" algn="l">
              <a:spcBef>
                <a:spcPts val="300"/>
              </a:spcBef>
              <a:spcAft>
                <a:spcPts val="0"/>
              </a:spcAft>
              <a:buClr>
                <a:schemeClr val="dk1"/>
              </a:buClr>
              <a:buSzPts val="1400"/>
              <a:buChar char="–"/>
              <a:defRPr sz="1400"/>
            </a:lvl4pPr>
            <a:lvl5pPr marL="2286000" indent="-317500" algn="l">
              <a:spcBef>
                <a:spcPts val="300"/>
              </a:spcBef>
              <a:spcAft>
                <a:spcPts val="0"/>
              </a:spcAft>
              <a:buClr>
                <a:schemeClr val="dk1"/>
              </a:buClr>
              <a:buSzPts val="1400"/>
              <a:buChar char="»"/>
              <a:defRPr sz="1400"/>
            </a:lvl5pPr>
            <a:lvl6pPr marL="2743200" indent="-317500" algn="l">
              <a:spcBef>
                <a:spcPts val="300"/>
              </a:spcBef>
              <a:spcAft>
                <a:spcPts val="0"/>
              </a:spcAft>
              <a:buClr>
                <a:schemeClr val="dk1"/>
              </a:buClr>
              <a:buSzPts val="1400"/>
              <a:buChar char="•"/>
              <a:defRPr sz="1400"/>
            </a:lvl6pPr>
            <a:lvl7pPr marL="3200400" indent="-317500" algn="l">
              <a:spcBef>
                <a:spcPts val="300"/>
              </a:spcBef>
              <a:spcAft>
                <a:spcPts val="0"/>
              </a:spcAft>
              <a:buClr>
                <a:schemeClr val="dk1"/>
              </a:buClr>
              <a:buSzPts val="1400"/>
              <a:buChar char="•"/>
              <a:defRPr sz="1400"/>
            </a:lvl7pPr>
            <a:lvl8pPr marL="3657600" indent="-317500" algn="l">
              <a:spcBef>
                <a:spcPts val="300"/>
              </a:spcBef>
              <a:spcAft>
                <a:spcPts val="0"/>
              </a:spcAft>
              <a:buClr>
                <a:schemeClr val="dk1"/>
              </a:buClr>
              <a:buSzPts val="1400"/>
              <a:buChar char="•"/>
              <a:defRPr sz="1400"/>
            </a:lvl8pPr>
            <a:lvl9pPr marL="4114800" indent="-317500" algn="l">
              <a:spcBef>
                <a:spcPts val="300"/>
              </a:spcBef>
              <a:spcAft>
                <a:spcPts val="0"/>
              </a:spcAft>
              <a:buClr>
                <a:schemeClr val="dk1"/>
              </a:buClr>
              <a:buSzPts val="1400"/>
              <a:buChar char="•"/>
              <a:defRPr sz="1400"/>
            </a:lvl9pPr>
          </a:lstStyle>
          <a:p xmlns:a="http://schemas.openxmlformats.org/drawingml/2006/main"/>
        </p:txBody>
      </p:sp>
      <p:sp>
        <p:nvSpPr>
          <p:cNvPr id="81" name="Google Shape;81;p18">
            <a:extLst xmlns:a="http://schemas.openxmlformats.org/drawingml/2006/main">
              <a:ext uri="{FF2B5EF4-FFF2-40B4-BE49-F238E27FC236}">
                <a16:creationId xmlns:a16="http://schemas.microsoft.com/office/drawing/2014/main" id="{50636CCF-E785-40B8-BECA-22B8795766BD}"/>
              </a:ext>
            </a:extLst>
          </p:cNvPr>
          <p:cNvSpPr>
            <a:spLocks xmlns:a="http://schemas.openxmlformats.org/drawingml/2006/main" noGrp="1"/>
          </p:cNvSpPr>
          <p:nvPr>
            <p:ph type="body" idx="2"/>
          </p:nvPr>
        </p:nvSpPr>
        <p:spPr>
          <a:xfrm xmlns:a="http://schemas.openxmlformats.org/drawingml/2006/main">
            <a:off x="3486243" y="1200150"/>
            <a:ext cx="3029031"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spcBef>
                <a:spcPts val="400"/>
              </a:spcBef>
              <a:spcAft>
                <a:spcPts val="0"/>
              </a:spcAft>
              <a:buClr>
                <a:schemeClr val="dk1"/>
              </a:buClr>
              <a:buSzPts val="2100"/>
              <a:buChar char="•"/>
              <a:defRPr sz="2100"/>
            </a:lvl1pPr>
            <a:lvl2pPr marL="914400" indent="-342900" algn="l">
              <a:spcBef>
                <a:spcPts val="400"/>
              </a:spcBef>
              <a:spcAft>
                <a:spcPts val="0"/>
              </a:spcAft>
              <a:buClr>
                <a:schemeClr val="dk1"/>
              </a:buClr>
              <a:buSzPts val="1800"/>
              <a:buChar char="–"/>
              <a:defRPr sz="1800"/>
            </a:lvl2pPr>
            <a:lvl3pPr marL="1371600" indent="-323850" algn="l">
              <a:spcBef>
                <a:spcPts val="300"/>
              </a:spcBef>
              <a:spcAft>
                <a:spcPts val="0"/>
              </a:spcAft>
              <a:buClr>
                <a:schemeClr val="dk1"/>
              </a:buClr>
              <a:buSzPts val="1500"/>
              <a:buChar char="•"/>
              <a:defRPr sz="1500"/>
            </a:lvl3pPr>
            <a:lvl4pPr marL="1828800" indent="-317500" algn="l">
              <a:spcBef>
                <a:spcPts val="300"/>
              </a:spcBef>
              <a:spcAft>
                <a:spcPts val="0"/>
              </a:spcAft>
              <a:buClr>
                <a:schemeClr val="dk1"/>
              </a:buClr>
              <a:buSzPts val="1400"/>
              <a:buChar char="–"/>
              <a:defRPr sz="1400"/>
            </a:lvl4pPr>
            <a:lvl5pPr marL="2286000" indent="-317500" algn="l">
              <a:spcBef>
                <a:spcPts val="300"/>
              </a:spcBef>
              <a:spcAft>
                <a:spcPts val="0"/>
              </a:spcAft>
              <a:buClr>
                <a:schemeClr val="dk1"/>
              </a:buClr>
              <a:buSzPts val="1400"/>
              <a:buChar char="»"/>
              <a:defRPr sz="1400"/>
            </a:lvl5pPr>
            <a:lvl6pPr marL="2743200" indent="-317500" algn="l">
              <a:spcBef>
                <a:spcPts val="300"/>
              </a:spcBef>
              <a:spcAft>
                <a:spcPts val="0"/>
              </a:spcAft>
              <a:buClr>
                <a:schemeClr val="dk1"/>
              </a:buClr>
              <a:buSzPts val="1400"/>
              <a:buChar char="•"/>
              <a:defRPr sz="1400"/>
            </a:lvl6pPr>
            <a:lvl7pPr marL="3200400" indent="-317500" algn="l">
              <a:spcBef>
                <a:spcPts val="300"/>
              </a:spcBef>
              <a:spcAft>
                <a:spcPts val="0"/>
              </a:spcAft>
              <a:buClr>
                <a:schemeClr val="dk1"/>
              </a:buClr>
              <a:buSzPts val="1400"/>
              <a:buChar char="•"/>
              <a:defRPr sz="1400"/>
            </a:lvl7pPr>
            <a:lvl8pPr marL="3657600" indent="-317500" algn="l">
              <a:spcBef>
                <a:spcPts val="300"/>
              </a:spcBef>
              <a:spcAft>
                <a:spcPts val="0"/>
              </a:spcAft>
              <a:buClr>
                <a:schemeClr val="dk1"/>
              </a:buClr>
              <a:buSzPts val="1400"/>
              <a:buChar char="•"/>
              <a:defRPr sz="1400"/>
            </a:lvl8pPr>
            <a:lvl9pPr marL="4114800" indent="-317500" algn="l">
              <a:spcBef>
                <a:spcPts val="300"/>
              </a:spcBef>
              <a:spcAft>
                <a:spcPts val="0"/>
              </a:spcAft>
              <a:buClr>
                <a:schemeClr val="dk1"/>
              </a:buClr>
              <a:buSzPts val="1400"/>
              <a:buChar char="•"/>
              <a:defRPr sz="1400"/>
            </a:lvl9pPr>
          </a:lstStyle>
          <a:p xmlns:a="http://schemas.openxmlformats.org/drawingml/2006/main"/>
        </p:txBody>
      </p:sp>
      <p:sp>
        <p:nvSpPr>
          <p:cNvPr id="82" name="Google Shape;82;p18">
            <a:extLst xmlns:a="http://schemas.openxmlformats.org/drawingml/2006/main">
              <a:ext uri="{FF2B5EF4-FFF2-40B4-BE49-F238E27FC236}">
                <a16:creationId xmlns:a16="http://schemas.microsoft.com/office/drawing/2014/main" id="{8206F119-D792-4E9A-99AE-E122FFC3B589}"/>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83" name="Google Shape;83;p18">
            <a:extLst xmlns:a="http://schemas.openxmlformats.org/drawingml/2006/main">
              <a:ext uri="{FF2B5EF4-FFF2-40B4-BE49-F238E27FC236}">
                <a16:creationId xmlns:a16="http://schemas.microsoft.com/office/drawing/2014/main" id="{46802ACF-571C-4DD8-BD95-DDB41F072891}"/>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84" name="Google Shape;84;p18">
            <a:extLst xmlns:a="http://schemas.openxmlformats.org/drawingml/2006/main">
              <a:ext uri="{FF2B5EF4-FFF2-40B4-BE49-F238E27FC236}">
                <a16:creationId xmlns:a16="http://schemas.microsoft.com/office/drawing/2014/main" id="{1AFD0D8B-284A-4D31-804A-4FFD78B542D2}"/>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86" name="Google Shape;86;p19">
            <a:extLst xmlns:a="http://schemas.openxmlformats.org/drawingml/2006/main">
              <a:ext uri="{FF2B5EF4-FFF2-40B4-BE49-F238E27FC236}">
                <a16:creationId xmlns:a16="http://schemas.microsoft.com/office/drawing/2014/main" id="{1F91341F-BBDC-4587-A0A9-FA7C1FAA8298}"/>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3300"/>
              <a:buFont typeface="Calibri"/>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87" name="Google Shape;87;p19">
            <a:extLst xmlns:a="http://schemas.openxmlformats.org/drawingml/2006/main">
              <a:ext uri="{FF2B5EF4-FFF2-40B4-BE49-F238E27FC236}">
                <a16:creationId xmlns:a16="http://schemas.microsoft.com/office/drawing/2014/main" id="{444CDE19-26A4-40CA-8864-3B9D6BF5AC9A}"/>
              </a:ext>
            </a:extLst>
          </p:cNvPr>
          <p:cNvSpPr>
            <a:spLocks xmlns:a="http://schemas.openxmlformats.org/drawingml/2006/main" noGrp="1"/>
          </p:cNvSpPr>
          <p:nvPr>
            <p:ph type="body" idx="1"/>
          </p:nvPr>
        </p:nvSpPr>
        <p:spPr>
          <a:xfrm xmlns:a="http://schemas.openxmlformats.org/drawingml/2006/main">
            <a:off x="342909" y="1151335"/>
            <a:ext cx="3030222"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400"/>
              </a:spcBef>
              <a:spcAft>
                <a:spcPts val="0"/>
              </a:spcAft>
              <a:buClr>
                <a:schemeClr val="dk1"/>
              </a:buClr>
              <a:buSzPts val="1800"/>
              <a:buNone/>
              <a:defRPr sz="1800" b="1"/>
            </a:lvl1pPr>
            <a:lvl2pPr marL="914400" indent="-228600" algn="l">
              <a:spcBef>
                <a:spcPts val="300"/>
              </a:spcBef>
              <a:spcAft>
                <a:spcPts val="0"/>
              </a:spcAft>
              <a:buClr>
                <a:schemeClr val="dk1"/>
              </a:buClr>
              <a:buSzPts val="1500"/>
              <a:buNone/>
              <a:defRPr sz="1500" b="1"/>
            </a:lvl2pPr>
            <a:lvl3pPr marL="1371600" indent="-228600" algn="l">
              <a:spcBef>
                <a:spcPts val="300"/>
              </a:spcBef>
              <a:spcAft>
                <a:spcPts val="0"/>
              </a:spcAft>
              <a:buClr>
                <a:schemeClr val="dk1"/>
              </a:buClr>
              <a:buSzPts val="1400"/>
              <a:buNone/>
              <a:defRPr sz="1400" b="1"/>
            </a:lvl3pPr>
            <a:lvl4pPr marL="1828800" indent="-228600" algn="l">
              <a:spcBef>
                <a:spcPts val="200"/>
              </a:spcBef>
              <a:spcAft>
                <a:spcPts val="0"/>
              </a:spcAft>
              <a:buClr>
                <a:schemeClr val="dk1"/>
              </a:buClr>
              <a:buSzPts val="1200"/>
              <a:buNone/>
              <a:defRPr sz="1200" b="1"/>
            </a:lvl4pPr>
            <a:lvl5pPr marL="2286000" indent="-228600" algn="l">
              <a:spcBef>
                <a:spcPts val="200"/>
              </a:spcBef>
              <a:spcAft>
                <a:spcPts val="0"/>
              </a:spcAft>
              <a:buClr>
                <a:schemeClr val="dk1"/>
              </a:buClr>
              <a:buSzPts val="1200"/>
              <a:buNone/>
              <a:defRPr sz="1200" b="1"/>
            </a:lvl5pPr>
            <a:lvl6pPr marL="2743200" indent="-228600" algn="l">
              <a:spcBef>
                <a:spcPts val="200"/>
              </a:spcBef>
              <a:spcAft>
                <a:spcPts val="0"/>
              </a:spcAft>
              <a:buClr>
                <a:schemeClr val="dk1"/>
              </a:buClr>
              <a:buSzPts val="1200"/>
              <a:buNone/>
              <a:defRPr sz="1200" b="1"/>
            </a:lvl6pPr>
            <a:lvl7pPr marL="3200400" indent="-228600" algn="l">
              <a:spcBef>
                <a:spcPts val="200"/>
              </a:spcBef>
              <a:spcAft>
                <a:spcPts val="0"/>
              </a:spcAft>
              <a:buClr>
                <a:schemeClr val="dk1"/>
              </a:buClr>
              <a:buSzPts val="1200"/>
              <a:buNone/>
              <a:defRPr sz="1200" b="1"/>
            </a:lvl7pPr>
            <a:lvl8pPr marL="3657600" indent="-228600" algn="l">
              <a:spcBef>
                <a:spcPts val="200"/>
              </a:spcBef>
              <a:spcAft>
                <a:spcPts val="0"/>
              </a:spcAft>
              <a:buClr>
                <a:schemeClr val="dk1"/>
              </a:buClr>
              <a:buSzPts val="1200"/>
              <a:buNone/>
              <a:defRPr sz="1200" b="1"/>
            </a:lvl8pPr>
            <a:lvl9pPr marL="4114800" indent="-228600" algn="l">
              <a:spcBef>
                <a:spcPts val="200"/>
              </a:spcBef>
              <a:spcAft>
                <a:spcPts val="0"/>
              </a:spcAft>
              <a:buClr>
                <a:schemeClr val="dk1"/>
              </a:buClr>
              <a:buSzPts val="1200"/>
              <a:buNone/>
              <a:defRPr sz="1200" b="1"/>
            </a:lvl9pPr>
          </a:lstStyle>
          <a:p xmlns:a="http://schemas.openxmlformats.org/drawingml/2006/main"/>
        </p:txBody>
      </p:sp>
      <p:sp>
        <p:nvSpPr>
          <p:cNvPr id="88" name="Google Shape;88;p19">
            <a:extLst xmlns:a="http://schemas.openxmlformats.org/drawingml/2006/main">
              <a:ext uri="{FF2B5EF4-FFF2-40B4-BE49-F238E27FC236}">
                <a16:creationId xmlns:a16="http://schemas.microsoft.com/office/drawing/2014/main" id="{7725B640-C6CB-4E7A-BDBF-396F05DDFD38}"/>
              </a:ext>
            </a:extLst>
          </p:cNvPr>
          <p:cNvSpPr>
            <a:spLocks xmlns:a="http://schemas.openxmlformats.org/drawingml/2006/main" noGrp="1"/>
          </p:cNvSpPr>
          <p:nvPr>
            <p:ph type="body" idx="2"/>
          </p:nvPr>
        </p:nvSpPr>
        <p:spPr>
          <a:xfrm xmlns:a="http://schemas.openxmlformats.org/drawingml/2006/main">
            <a:off x="342909" y="1631156"/>
            <a:ext cx="3030222"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42900" algn="l">
              <a:spcBef>
                <a:spcPts val="400"/>
              </a:spcBef>
              <a:spcAft>
                <a:spcPts val="0"/>
              </a:spcAft>
              <a:buClr>
                <a:schemeClr val="dk1"/>
              </a:buClr>
              <a:buSzPts val="1800"/>
              <a:buChar char="•"/>
              <a:defRPr sz="1800"/>
            </a:lvl1pPr>
            <a:lvl2pPr marL="914400" indent="-323850" algn="l">
              <a:spcBef>
                <a:spcPts val="300"/>
              </a:spcBef>
              <a:spcAft>
                <a:spcPts val="0"/>
              </a:spcAft>
              <a:buClr>
                <a:schemeClr val="dk1"/>
              </a:buClr>
              <a:buSzPts val="1500"/>
              <a:buChar char="–"/>
              <a:defRPr sz="1500"/>
            </a:lvl2pPr>
            <a:lvl3pPr marL="1371600" indent="-317500" algn="l">
              <a:spcBef>
                <a:spcPts val="300"/>
              </a:spcBef>
              <a:spcAft>
                <a:spcPts val="0"/>
              </a:spcAft>
              <a:buClr>
                <a:schemeClr val="dk1"/>
              </a:buClr>
              <a:buSzPts val="1400"/>
              <a:buChar char="•"/>
              <a:defRPr sz="1400"/>
            </a:lvl3pPr>
            <a:lvl4pPr marL="1828800" indent="-304800" algn="l">
              <a:spcBef>
                <a:spcPts val="200"/>
              </a:spcBef>
              <a:spcAft>
                <a:spcPts val="0"/>
              </a:spcAft>
              <a:buClr>
                <a:schemeClr val="dk1"/>
              </a:buClr>
              <a:buSzPts val="1200"/>
              <a:buChar char="–"/>
              <a:defRPr sz="1200"/>
            </a:lvl4pPr>
            <a:lvl5pPr marL="2286000" indent="-304800" algn="l">
              <a:spcBef>
                <a:spcPts val="200"/>
              </a:spcBef>
              <a:spcAft>
                <a:spcPts val="0"/>
              </a:spcAft>
              <a:buClr>
                <a:schemeClr val="dk1"/>
              </a:buClr>
              <a:buSzPts val="1200"/>
              <a:buChar char="»"/>
              <a:defRPr sz="1200"/>
            </a:lvl5pPr>
            <a:lvl6pPr marL="2743200" indent="-304800" algn="l">
              <a:spcBef>
                <a:spcPts val="200"/>
              </a:spcBef>
              <a:spcAft>
                <a:spcPts val="0"/>
              </a:spcAft>
              <a:buClr>
                <a:schemeClr val="dk1"/>
              </a:buClr>
              <a:buSzPts val="1200"/>
              <a:buChar char="•"/>
              <a:defRPr sz="1200"/>
            </a:lvl6pPr>
            <a:lvl7pPr marL="3200400" indent="-304800" algn="l">
              <a:spcBef>
                <a:spcPts val="200"/>
              </a:spcBef>
              <a:spcAft>
                <a:spcPts val="0"/>
              </a:spcAft>
              <a:buClr>
                <a:schemeClr val="dk1"/>
              </a:buClr>
              <a:buSzPts val="1200"/>
              <a:buChar char="•"/>
              <a:defRPr sz="1200"/>
            </a:lvl7pPr>
            <a:lvl8pPr marL="3657600" indent="-304800" algn="l">
              <a:spcBef>
                <a:spcPts val="200"/>
              </a:spcBef>
              <a:spcAft>
                <a:spcPts val="0"/>
              </a:spcAft>
              <a:buClr>
                <a:schemeClr val="dk1"/>
              </a:buClr>
              <a:buSzPts val="1200"/>
              <a:buChar char="•"/>
              <a:defRPr sz="1200"/>
            </a:lvl8pPr>
            <a:lvl9pPr marL="4114800" indent="-304800" algn="l">
              <a:spcBef>
                <a:spcPts val="200"/>
              </a:spcBef>
              <a:spcAft>
                <a:spcPts val="0"/>
              </a:spcAft>
              <a:buClr>
                <a:schemeClr val="dk1"/>
              </a:buClr>
              <a:buSzPts val="1200"/>
              <a:buChar char="•"/>
              <a:defRPr sz="1200"/>
            </a:lvl9pPr>
          </a:lstStyle>
          <a:p xmlns:a="http://schemas.openxmlformats.org/drawingml/2006/main"/>
        </p:txBody>
      </p:sp>
      <p:sp>
        <p:nvSpPr>
          <p:cNvPr id="89" name="Google Shape;89;p19">
            <a:extLst xmlns:a="http://schemas.openxmlformats.org/drawingml/2006/main">
              <a:ext uri="{FF2B5EF4-FFF2-40B4-BE49-F238E27FC236}">
                <a16:creationId xmlns:a16="http://schemas.microsoft.com/office/drawing/2014/main" id="{18DF8F34-830D-4033-8C92-1B243233B879}"/>
              </a:ext>
            </a:extLst>
          </p:cNvPr>
          <p:cNvSpPr>
            <a:spLocks xmlns:a="http://schemas.openxmlformats.org/drawingml/2006/main" noGrp="1"/>
          </p:cNvSpPr>
          <p:nvPr>
            <p:ph type="body" idx="3"/>
          </p:nvPr>
        </p:nvSpPr>
        <p:spPr>
          <a:xfrm xmlns:a="http://schemas.openxmlformats.org/drawingml/2006/main">
            <a:off x="3483862" y="1151335"/>
            <a:ext cx="3031412"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400"/>
              </a:spcBef>
              <a:spcAft>
                <a:spcPts val="0"/>
              </a:spcAft>
              <a:buClr>
                <a:schemeClr val="dk1"/>
              </a:buClr>
              <a:buSzPts val="1800"/>
              <a:buNone/>
              <a:defRPr sz="1800" b="1"/>
            </a:lvl1pPr>
            <a:lvl2pPr marL="914400" indent="-228600" algn="l">
              <a:spcBef>
                <a:spcPts val="300"/>
              </a:spcBef>
              <a:spcAft>
                <a:spcPts val="0"/>
              </a:spcAft>
              <a:buClr>
                <a:schemeClr val="dk1"/>
              </a:buClr>
              <a:buSzPts val="1500"/>
              <a:buNone/>
              <a:defRPr sz="1500" b="1"/>
            </a:lvl2pPr>
            <a:lvl3pPr marL="1371600" indent="-228600" algn="l">
              <a:spcBef>
                <a:spcPts val="300"/>
              </a:spcBef>
              <a:spcAft>
                <a:spcPts val="0"/>
              </a:spcAft>
              <a:buClr>
                <a:schemeClr val="dk1"/>
              </a:buClr>
              <a:buSzPts val="1400"/>
              <a:buNone/>
              <a:defRPr sz="1400" b="1"/>
            </a:lvl3pPr>
            <a:lvl4pPr marL="1828800" indent="-228600" algn="l">
              <a:spcBef>
                <a:spcPts val="200"/>
              </a:spcBef>
              <a:spcAft>
                <a:spcPts val="0"/>
              </a:spcAft>
              <a:buClr>
                <a:schemeClr val="dk1"/>
              </a:buClr>
              <a:buSzPts val="1200"/>
              <a:buNone/>
              <a:defRPr sz="1200" b="1"/>
            </a:lvl4pPr>
            <a:lvl5pPr marL="2286000" indent="-228600" algn="l">
              <a:spcBef>
                <a:spcPts val="200"/>
              </a:spcBef>
              <a:spcAft>
                <a:spcPts val="0"/>
              </a:spcAft>
              <a:buClr>
                <a:schemeClr val="dk1"/>
              </a:buClr>
              <a:buSzPts val="1200"/>
              <a:buNone/>
              <a:defRPr sz="1200" b="1"/>
            </a:lvl5pPr>
            <a:lvl6pPr marL="2743200" indent="-228600" algn="l">
              <a:spcBef>
                <a:spcPts val="200"/>
              </a:spcBef>
              <a:spcAft>
                <a:spcPts val="0"/>
              </a:spcAft>
              <a:buClr>
                <a:schemeClr val="dk1"/>
              </a:buClr>
              <a:buSzPts val="1200"/>
              <a:buNone/>
              <a:defRPr sz="1200" b="1"/>
            </a:lvl6pPr>
            <a:lvl7pPr marL="3200400" indent="-228600" algn="l">
              <a:spcBef>
                <a:spcPts val="200"/>
              </a:spcBef>
              <a:spcAft>
                <a:spcPts val="0"/>
              </a:spcAft>
              <a:buClr>
                <a:schemeClr val="dk1"/>
              </a:buClr>
              <a:buSzPts val="1200"/>
              <a:buNone/>
              <a:defRPr sz="1200" b="1"/>
            </a:lvl7pPr>
            <a:lvl8pPr marL="3657600" indent="-228600" algn="l">
              <a:spcBef>
                <a:spcPts val="200"/>
              </a:spcBef>
              <a:spcAft>
                <a:spcPts val="0"/>
              </a:spcAft>
              <a:buClr>
                <a:schemeClr val="dk1"/>
              </a:buClr>
              <a:buSzPts val="1200"/>
              <a:buNone/>
              <a:defRPr sz="1200" b="1"/>
            </a:lvl8pPr>
            <a:lvl9pPr marL="4114800" indent="-228600" algn="l">
              <a:spcBef>
                <a:spcPts val="200"/>
              </a:spcBef>
              <a:spcAft>
                <a:spcPts val="0"/>
              </a:spcAft>
              <a:buClr>
                <a:schemeClr val="dk1"/>
              </a:buClr>
              <a:buSzPts val="1200"/>
              <a:buNone/>
              <a:defRPr sz="1200" b="1"/>
            </a:lvl9pPr>
          </a:lstStyle>
          <a:p xmlns:a="http://schemas.openxmlformats.org/drawingml/2006/main"/>
        </p:txBody>
      </p:sp>
      <p:sp>
        <p:nvSpPr>
          <p:cNvPr id="90" name="Google Shape;90;p19">
            <a:extLst xmlns:a="http://schemas.openxmlformats.org/drawingml/2006/main">
              <a:ext uri="{FF2B5EF4-FFF2-40B4-BE49-F238E27FC236}">
                <a16:creationId xmlns:a16="http://schemas.microsoft.com/office/drawing/2014/main" id="{6E8CC8CC-801B-4793-9F90-1D4DE0CA33F1}"/>
              </a:ext>
            </a:extLst>
          </p:cNvPr>
          <p:cNvSpPr>
            <a:spLocks xmlns:a="http://schemas.openxmlformats.org/drawingml/2006/main" noGrp="1"/>
          </p:cNvSpPr>
          <p:nvPr>
            <p:ph type="body" idx="4"/>
          </p:nvPr>
        </p:nvSpPr>
        <p:spPr>
          <a:xfrm xmlns:a="http://schemas.openxmlformats.org/drawingml/2006/main">
            <a:off x="3483862" y="1631156"/>
            <a:ext cx="3031412"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42900" algn="l">
              <a:spcBef>
                <a:spcPts val="400"/>
              </a:spcBef>
              <a:spcAft>
                <a:spcPts val="0"/>
              </a:spcAft>
              <a:buClr>
                <a:schemeClr val="dk1"/>
              </a:buClr>
              <a:buSzPts val="1800"/>
              <a:buChar char="•"/>
              <a:defRPr sz="1800"/>
            </a:lvl1pPr>
            <a:lvl2pPr marL="914400" indent="-323850" algn="l">
              <a:spcBef>
                <a:spcPts val="300"/>
              </a:spcBef>
              <a:spcAft>
                <a:spcPts val="0"/>
              </a:spcAft>
              <a:buClr>
                <a:schemeClr val="dk1"/>
              </a:buClr>
              <a:buSzPts val="1500"/>
              <a:buChar char="–"/>
              <a:defRPr sz="1500"/>
            </a:lvl2pPr>
            <a:lvl3pPr marL="1371600" indent="-317500" algn="l">
              <a:spcBef>
                <a:spcPts val="300"/>
              </a:spcBef>
              <a:spcAft>
                <a:spcPts val="0"/>
              </a:spcAft>
              <a:buClr>
                <a:schemeClr val="dk1"/>
              </a:buClr>
              <a:buSzPts val="1400"/>
              <a:buChar char="•"/>
              <a:defRPr sz="1400"/>
            </a:lvl3pPr>
            <a:lvl4pPr marL="1828800" indent="-304800" algn="l">
              <a:spcBef>
                <a:spcPts val="200"/>
              </a:spcBef>
              <a:spcAft>
                <a:spcPts val="0"/>
              </a:spcAft>
              <a:buClr>
                <a:schemeClr val="dk1"/>
              </a:buClr>
              <a:buSzPts val="1200"/>
              <a:buChar char="–"/>
              <a:defRPr sz="1200"/>
            </a:lvl4pPr>
            <a:lvl5pPr marL="2286000" indent="-304800" algn="l">
              <a:spcBef>
                <a:spcPts val="200"/>
              </a:spcBef>
              <a:spcAft>
                <a:spcPts val="0"/>
              </a:spcAft>
              <a:buClr>
                <a:schemeClr val="dk1"/>
              </a:buClr>
              <a:buSzPts val="1200"/>
              <a:buChar char="»"/>
              <a:defRPr sz="1200"/>
            </a:lvl5pPr>
            <a:lvl6pPr marL="2743200" indent="-304800" algn="l">
              <a:spcBef>
                <a:spcPts val="200"/>
              </a:spcBef>
              <a:spcAft>
                <a:spcPts val="0"/>
              </a:spcAft>
              <a:buClr>
                <a:schemeClr val="dk1"/>
              </a:buClr>
              <a:buSzPts val="1200"/>
              <a:buChar char="•"/>
              <a:defRPr sz="1200"/>
            </a:lvl6pPr>
            <a:lvl7pPr marL="3200400" indent="-304800" algn="l">
              <a:spcBef>
                <a:spcPts val="200"/>
              </a:spcBef>
              <a:spcAft>
                <a:spcPts val="0"/>
              </a:spcAft>
              <a:buClr>
                <a:schemeClr val="dk1"/>
              </a:buClr>
              <a:buSzPts val="1200"/>
              <a:buChar char="•"/>
              <a:defRPr sz="1200"/>
            </a:lvl7pPr>
            <a:lvl8pPr marL="3657600" indent="-304800" algn="l">
              <a:spcBef>
                <a:spcPts val="200"/>
              </a:spcBef>
              <a:spcAft>
                <a:spcPts val="0"/>
              </a:spcAft>
              <a:buClr>
                <a:schemeClr val="dk1"/>
              </a:buClr>
              <a:buSzPts val="1200"/>
              <a:buChar char="•"/>
              <a:defRPr sz="1200"/>
            </a:lvl8pPr>
            <a:lvl9pPr marL="4114800" indent="-304800" algn="l">
              <a:spcBef>
                <a:spcPts val="200"/>
              </a:spcBef>
              <a:spcAft>
                <a:spcPts val="0"/>
              </a:spcAft>
              <a:buClr>
                <a:schemeClr val="dk1"/>
              </a:buClr>
              <a:buSzPts val="1200"/>
              <a:buChar char="•"/>
              <a:defRPr sz="1200"/>
            </a:lvl9pPr>
          </a:lstStyle>
          <a:p xmlns:a="http://schemas.openxmlformats.org/drawingml/2006/main"/>
        </p:txBody>
      </p:sp>
      <p:sp>
        <p:nvSpPr>
          <p:cNvPr id="91" name="Google Shape;91;p19">
            <a:extLst xmlns:a="http://schemas.openxmlformats.org/drawingml/2006/main">
              <a:ext uri="{FF2B5EF4-FFF2-40B4-BE49-F238E27FC236}">
                <a16:creationId xmlns:a16="http://schemas.microsoft.com/office/drawing/2014/main" id="{50BC3EBA-33D7-45DD-A199-D714C8FD411B}"/>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2" name="Google Shape;92;p19">
            <a:extLst xmlns:a="http://schemas.openxmlformats.org/drawingml/2006/main">
              <a:ext uri="{FF2B5EF4-FFF2-40B4-BE49-F238E27FC236}">
                <a16:creationId xmlns:a16="http://schemas.microsoft.com/office/drawing/2014/main" id="{111C725B-9BDC-4E5B-8D0A-5000A64F5474}"/>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3" name="Google Shape;93;p19">
            <a:extLst xmlns:a="http://schemas.openxmlformats.org/drawingml/2006/main">
              <a:ext uri="{FF2B5EF4-FFF2-40B4-BE49-F238E27FC236}">
                <a16:creationId xmlns:a16="http://schemas.microsoft.com/office/drawing/2014/main" id="{F67A45EB-8A33-45A8-AD31-7CA0980987DC}"/>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95" name="Google Shape;95;p20">
            <a:extLst xmlns:a="http://schemas.openxmlformats.org/drawingml/2006/main">
              <a:ext uri="{FF2B5EF4-FFF2-40B4-BE49-F238E27FC236}">
                <a16:creationId xmlns:a16="http://schemas.microsoft.com/office/drawing/2014/main" id="{DD8A6062-DBF1-479D-A36A-E5AD2FBC6F85}"/>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96" name="Google Shape;96;p20">
            <a:extLst xmlns:a="http://schemas.openxmlformats.org/drawingml/2006/main">
              <a:ext uri="{FF2B5EF4-FFF2-40B4-BE49-F238E27FC236}">
                <a16:creationId xmlns:a16="http://schemas.microsoft.com/office/drawing/2014/main" id="{4D2095A2-8F8A-4302-AD86-488EE96C559D}"/>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7" name="Google Shape;97;p20">
            <a:extLst xmlns:a="http://schemas.openxmlformats.org/drawingml/2006/main">
              <a:ext uri="{FF2B5EF4-FFF2-40B4-BE49-F238E27FC236}">
                <a16:creationId xmlns:a16="http://schemas.microsoft.com/office/drawing/2014/main" id="{82662BB3-8881-47D2-AE09-F090E868AA7C}"/>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8" name="Google Shape;98;p20">
            <a:extLst xmlns:a="http://schemas.openxmlformats.org/drawingml/2006/main">
              <a:ext uri="{FF2B5EF4-FFF2-40B4-BE49-F238E27FC236}">
                <a16:creationId xmlns:a16="http://schemas.microsoft.com/office/drawing/2014/main" id="{3EE596EC-DF93-4C93-8E3B-BADD0339CAC9}"/>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100" name="Google Shape;100;p21">
            <a:extLst xmlns:a="http://schemas.openxmlformats.org/drawingml/2006/main">
              <a:ext uri="{FF2B5EF4-FFF2-40B4-BE49-F238E27FC236}">
                <a16:creationId xmlns:a16="http://schemas.microsoft.com/office/drawing/2014/main" id="{2E75F723-EA7F-4F3B-BB02-7D3660B737E6}"/>
              </a:ext>
            </a:extLst>
          </p:cNvPr>
          <p:cNvSpPr>
            <a:spLocks xmlns:a="http://schemas.openxmlformats.org/drawingml/2006/main" noGrp="1"/>
          </p:cNvSpPr>
          <p:nvPr>
            <p:ph type="title" idx="0"/>
          </p:nvPr>
        </p:nvSpPr>
        <p:spPr>
          <a:xfrm xmlns:a="http://schemas.openxmlformats.org/drawingml/2006/main">
            <a:off x="342909" y="204788"/>
            <a:ext cx="2256295"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spcBef>
                <a:spcPts val="0"/>
              </a:spcBef>
              <a:spcAft>
                <a:spcPts val="0"/>
              </a:spcAft>
              <a:buClr>
                <a:schemeClr val="dk1"/>
              </a:buClr>
              <a:buSzPts val="1500"/>
              <a:buFont typeface="Calibri"/>
              <a:buNone/>
              <a:defRPr sz="1500" b="1"/>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01" name="Google Shape;101;p21">
            <a:extLst xmlns:a="http://schemas.openxmlformats.org/drawingml/2006/main">
              <a:ext uri="{FF2B5EF4-FFF2-40B4-BE49-F238E27FC236}">
                <a16:creationId xmlns:a16="http://schemas.microsoft.com/office/drawing/2014/main" id="{89430275-861B-432F-84FF-4F1C5986A6CE}"/>
              </a:ext>
            </a:extLst>
          </p:cNvPr>
          <p:cNvSpPr>
            <a:spLocks xmlns:a="http://schemas.openxmlformats.org/drawingml/2006/main" noGrp="1"/>
          </p:cNvSpPr>
          <p:nvPr>
            <p:ph type="body" idx="1"/>
          </p:nvPr>
        </p:nvSpPr>
        <p:spPr>
          <a:xfrm xmlns:a="http://schemas.openxmlformats.org/drawingml/2006/main">
            <a:off x="2681359" y="204788"/>
            <a:ext cx="3833915"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spcBef>
                <a:spcPts val="500"/>
              </a:spcBef>
              <a:spcAft>
                <a:spcPts val="0"/>
              </a:spcAft>
              <a:buClr>
                <a:schemeClr val="dk1"/>
              </a:buClr>
              <a:buSzPts val="2400"/>
              <a:buChar char="•"/>
              <a:defRPr sz="2400"/>
            </a:lvl1pPr>
            <a:lvl2pPr marL="914400" indent="-361950" algn="l">
              <a:spcBef>
                <a:spcPts val="400"/>
              </a:spcBef>
              <a:spcAft>
                <a:spcPts val="0"/>
              </a:spcAft>
              <a:buClr>
                <a:schemeClr val="dk1"/>
              </a:buClr>
              <a:buSzPts val="2100"/>
              <a:buChar char="–"/>
              <a:defRPr sz="2100"/>
            </a:lvl2pPr>
            <a:lvl3pPr marL="1371600" indent="-342900" algn="l">
              <a:spcBef>
                <a:spcPts val="400"/>
              </a:spcBef>
              <a:spcAft>
                <a:spcPts val="0"/>
              </a:spcAft>
              <a:buClr>
                <a:schemeClr val="dk1"/>
              </a:buClr>
              <a:buSzPts val="1800"/>
              <a:buChar char="•"/>
              <a:defRPr sz="1800"/>
            </a:lvl3pPr>
            <a:lvl4pPr marL="1828800" indent="-323850" algn="l">
              <a:spcBef>
                <a:spcPts val="300"/>
              </a:spcBef>
              <a:spcAft>
                <a:spcPts val="0"/>
              </a:spcAft>
              <a:buClr>
                <a:schemeClr val="dk1"/>
              </a:buClr>
              <a:buSzPts val="1500"/>
              <a:buChar char="–"/>
              <a:defRPr sz="1500"/>
            </a:lvl4pPr>
            <a:lvl5pPr marL="2286000" indent="-323850" algn="l">
              <a:spcBef>
                <a:spcPts val="300"/>
              </a:spcBef>
              <a:spcAft>
                <a:spcPts val="0"/>
              </a:spcAft>
              <a:buClr>
                <a:schemeClr val="dk1"/>
              </a:buClr>
              <a:buSzPts val="1500"/>
              <a:buChar char="»"/>
              <a:defRPr sz="1500"/>
            </a:lvl5pPr>
            <a:lvl6pPr marL="2743200" indent="-323850" algn="l">
              <a:spcBef>
                <a:spcPts val="300"/>
              </a:spcBef>
              <a:spcAft>
                <a:spcPts val="0"/>
              </a:spcAft>
              <a:buClr>
                <a:schemeClr val="dk1"/>
              </a:buClr>
              <a:buSzPts val="1500"/>
              <a:buChar char="•"/>
              <a:defRPr sz="1500"/>
            </a:lvl6pPr>
            <a:lvl7pPr marL="3200400" indent="-323850" algn="l">
              <a:spcBef>
                <a:spcPts val="300"/>
              </a:spcBef>
              <a:spcAft>
                <a:spcPts val="0"/>
              </a:spcAft>
              <a:buClr>
                <a:schemeClr val="dk1"/>
              </a:buClr>
              <a:buSzPts val="1500"/>
              <a:buChar char="•"/>
              <a:defRPr sz="1500"/>
            </a:lvl7pPr>
            <a:lvl8pPr marL="3657600" indent="-323850" algn="l">
              <a:spcBef>
                <a:spcPts val="300"/>
              </a:spcBef>
              <a:spcAft>
                <a:spcPts val="0"/>
              </a:spcAft>
              <a:buClr>
                <a:schemeClr val="dk1"/>
              </a:buClr>
              <a:buSzPts val="1500"/>
              <a:buChar char="•"/>
              <a:defRPr sz="1500"/>
            </a:lvl8pPr>
            <a:lvl9pPr marL="4114800" indent="-323850" algn="l">
              <a:spcBef>
                <a:spcPts val="300"/>
              </a:spcBef>
              <a:spcAft>
                <a:spcPts val="0"/>
              </a:spcAft>
              <a:buClr>
                <a:schemeClr val="dk1"/>
              </a:buClr>
              <a:buSzPts val="1500"/>
              <a:buChar char="•"/>
              <a:defRPr sz="1500"/>
            </a:lvl9pPr>
          </a:lstStyle>
          <a:p xmlns:a="http://schemas.openxmlformats.org/drawingml/2006/main"/>
        </p:txBody>
      </p:sp>
      <p:sp>
        <p:nvSpPr>
          <p:cNvPr id="102" name="Google Shape;102;p21">
            <a:extLst xmlns:a="http://schemas.openxmlformats.org/drawingml/2006/main">
              <a:ext uri="{FF2B5EF4-FFF2-40B4-BE49-F238E27FC236}">
                <a16:creationId xmlns:a16="http://schemas.microsoft.com/office/drawing/2014/main" id="{91E06565-2718-4A60-A6A1-A6CDE49920F0}"/>
              </a:ext>
            </a:extLst>
          </p:cNvPr>
          <p:cNvSpPr>
            <a:spLocks xmlns:a="http://schemas.openxmlformats.org/drawingml/2006/main" noGrp="1"/>
          </p:cNvSpPr>
          <p:nvPr>
            <p:ph type="body" idx="2"/>
          </p:nvPr>
        </p:nvSpPr>
        <p:spPr>
          <a:xfrm xmlns:a="http://schemas.openxmlformats.org/drawingml/2006/main">
            <a:off x="342909" y="1076325"/>
            <a:ext cx="2256295"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spcBef>
                <a:spcPts val="200"/>
              </a:spcBef>
              <a:spcAft>
                <a:spcPts val="0"/>
              </a:spcAft>
              <a:buClr>
                <a:schemeClr val="dk1"/>
              </a:buClr>
              <a:buSzPts val="1100"/>
              <a:buNone/>
              <a:defRPr sz="1100"/>
            </a:lvl1pPr>
            <a:lvl2pPr marL="914400" indent="-228600" algn="l">
              <a:spcBef>
                <a:spcPts val="200"/>
              </a:spcBef>
              <a:spcAft>
                <a:spcPts val="0"/>
              </a:spcAft>
              <a:buClr>
                <a:schemeClr val="dk1"/>
              </a:buClr>
              <a:buSzPts val="900"/>
              <a:buNone/>
              <a:defRPr sz="900"/>
            </a:lvl2pPr>
            <a:lvl3pPr marL="1371600" indent="-228600" algn="l">
              <a:spcBef>
                <a:spcPts val="200"/>
              </a:spcBef>
              <a:spcAft>
                <a:spcPts val="0"/>
              </a:spcAft>
              <a:buClr>
                <a:schemeClr val="dk1"/>
              </a:buClr>
              <a:buSzPts val="800"/>
              <a:buNone/>
              <a:defRPr sz="800"/>
            </a:lvl3pPr>
            <a:lvl4pPr marL="1828800" indent="-228600" algn="l">
              <a:spcBef>
                <a:spcPts val="100"/>
              </a:spcBef>
              <a:spcAft>
                <a:spcPts val="0"/>
              </a:spcAft>
              <a:buClr>
                <a:schemeClr val="dk1"/>
              </a:buClr>
              <a:buSzPts val="700"/>
              <a:buNone/>
              <a:defRPr sz="700"/>
            </a:lvl4pPr>
            <a:lvl5pPr marL="2286000" indent="-228600" algn="l">
              <a:spcBef>
                <a:spcPts val="100"/>
              </a:spcBef>
              <a:spcAft>
                <a:spcPts val="0"/>
              </a:spcAft>
              <a:buClr>
                <a:schemeClr val="dk1"/>
              </a:buClr>
              <a:buSzPts val="700"/>
              <a:buNone/>
              <a:defRPr sz="700"/>
            </a:lvl5pPr>
            <a:lvl6pPr marL="2743200" indent="-228600" algn="l">
              <a:spcBef>
                <a:spcPts val="100"/>
              </a:spcBef>
              <a:spcAft>
                <a:spcPts val="0"/>
              </a:spcAft>
              <a:buClr>
                <a:schemeClr val="dk1"/>
              </a:buClr>
              <a:buSzPts val="700"/>
              <a:buNone/>
              <a:defRPr sz="700"/>
            </a:lvl6pPr>
            <a:lvl7pPr marL="3200400" indent="-228600" algn="l">
              <a:spcBef>
                <a:spcPts val="100"/>
              </a:spcBef>
              <a:spcAft>
                <a:spcPts val="0"/>
              </a:spcAft>
              <a:buClr>
                <a:schemeClr val="dk1"/>
              </a:buClr>
              <a:buSzPts val="700"/>
              <a:buNone/>
              <a:defRPr sz="700"/>
            </a:lvl7pPr>
            <a:lvl8pPr marL="3657600" indent="-228600" algn="l">
              <a:spcBef>
                <a:spcPts val="100"/>
              </a:spcBef>
              <a:spcAft>
                <a:spcPts val="0"/>
              </a:spcAft>
              <a:buClr>
                <a:schemeClr val="dk1"/>
              </a:buClr>
              <a:buSzPts val="700"/>
              <a:buNone/>
              <a:defRPr sz="700"/>
            </a:lvl8pPr>
            <a:lvl9pPr marL="4114800" indent="-228600" algn="l">
              <a:spcBef>
                <a:spcPts val="100"/>
              </a:spcBef>
              <a:spcAft>
                <a:spcPts val="0"/>
              </a:spcAft>
              <a:buClr>
                <a:schemeClr val="dk1"/>
              </a:buClr>
              <a:buSzPts val="700"/>
              <a:buNone/>
              <a:defRPr sz="700"/>
            </a:lvl9pPr>
          </a:lstStyle>
          <a:p xmlns:a="http://schemas.openxmlformats.org/drawingml/2006/main"/>
        </p:txBody>
      </p:sp>
      <p:sp>
        <p:nvSpPr>
          <p:cNvPr id="103" name="Google Shape;103;p21">
            <a:extLst xmlns:a="http://schemas.openxmlformats.org/drawingml/2006/main">
              <a:ext uri="{FF2B5EF4-FFF2-40B4-BE49-F238E27FC236}">
                <a16:creationId xmlns:a16="http://schemas.microsoft.com/office/drawing/2014/main" id="{369EDA4B-08CA-4FA8-B171-F4996BF93AB7}"/>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04" name="Google Shape;104;p21">
            <a:extLst xmlns:a="http://schemas.openxmlformats.org/drawingml/2006/main">
              <a:ext uri="{FF2B5EF4-FFF2-40B4-BE49-F238E27FC236}">
                <a16:creationId xmlns:a16="http://schemas.microsoft.com/office/drawing/2014/main" id="{B29CECB4-33CC-4776-8131-00D3C9BBC6C7}"/>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05" name="Google Shape;105;p21">
            <a:extLst xmlns:a="http://schemas.openxmlformats.org/drawingml/2006/main">
              <a:ext uri="{FF2B5EF4-FFF2-40B4-BE49-F238E27FC236}">
                <a16:creationId xmlns:a16="http://schemas.microsoft.com/office/drawing/2014/main" id="{72913679-7AA5-46FA-9830-F9F8B35DB60D}"/>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107" name="Google Shape;107;p22">
            <a:extLst xmlns:a="http://schemas.openxmlformats.org/drawingml/2006/main">
              <a:ext uri="{FF2B5EF4-FFF2-40B4-BE49-F238E27FC236}">
                <a16:creationId xmlns:a16="http://schemas.microsoft.com/office/drawing/2014/main" id="{C6E77CFC-27D5-4253-86A7-73CF776B726E}"/>
              </a:ext>
            </a:extLst>
          </p:cNvPr>
          <p:cNvSpPr>
            <a:spLocks xmlns:a="http://schemas.openxmlformats.org/drawingml/2006/main" noGrp="1"/>
          </p:cNvSpPr>
          <p:nvPr>
            <p:ph type="title" idx="0"/>
          </p:nvPr>
        </p:nvSpPr>
        <p:spPr>
          <a:xfrm xmlns:a="http://schemas.openxmlformats.org/drawingml/2006/main">
            <a:off x="1344252" y="3600450"/>
            <a:ext cx="411491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spcBef>
                <a:spcPts val="0"/>
              </a:spcBef>
              <a:spcAft>
                <a:spcPts val="0"/>
              </a:spcAft>
              <a:buClr>
                <a:schemeClr val="dk1"/>
              </a:buClr>
              <a:buSzPts val="1500"/>
              <a:buFont typeface="Calibri"/>
              <a:buNone/>
              <a:defRPr sz="1500" b="1"/>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08" name="Google Shape;108;p22">
            <a:extLst xmlns:a="http://schemas.openxmlformats.org/drawingml/2006/main">
              <a:ext uri="{FF2B5EF4-FFF2-40B4-BE49-F238E27FC236}">
                <a16:creationId xmlns:a16="http://schemas.microsoft.com/office/drawing/2014/main" id="{FCDC3D89-F335-49D8-ABD9-7B9264B0D222}"/>
              </a:ext>
            </a:extLst>
          </p:cNvPr>
          <p:cNvSpPr>
            <a:spLocks xmlns:a="http://schemas.openxmlformats.org/drawingml/2006/main" noGrp="1"/>
          </p:cNvSpPr>
          <p:nvPr>
            <p:ph type="pic" idx="2"/>
          </p:nvPr>
        </p:nvSpPr>
        <p:spPr>
          <a:xfrm xmlns:a="http://schemas.openxmlformats.org/drawingml/2006/main">
            <a:off x="1344252" y="459581"/>
            <a:ext cx="4114910" cy="3086100"/>
          </a:xfrm>
          <a:prstGeom xmlns:a="http://schemas.openxmlformats.org/drawingml/2006/main" prst="rect">
            <a:avLst/>
          </a:prstGeom>
          <a:noFill xmlns:a="http://schemas.openxmlformats.org/drawingml/2006/main"/>
          <a:ln xmlns:a="http://schemas.openxmlformats.org/drawingml/2006/main">
            <a:noFill/>
          </a:ln>
        </p:spPr>
      </p:sp>
      <p:sp>
        <p:nvSpPr>
          <p:cNvPr id="109" name="Google Shape;109;p22">
            <a:extLst xmlns:a="http://schemas.openxmlformats.org/drawingml/2006/main">
              <a:ext uri="{FF2B5EF4-FFF2-40B4-BE49-F238E27FC236}">
                <a16:creationId xmlns:a16="http://schemas.microsoft.com/office/drawing/2014/main" id="{F674F3FB-592A-4E67-9D07-AD32DB515AC4}"/>
              </a:ext>
            </a:extLst>
          </p:cNvPr>
          <p:cNvSpPr>
            <a:spLocks xmlns:a="http://schemas.openxmlformats.org/drawingml/2006/main" noGrp="1"/>
          </p:cNvSpPr>
          <p:nvPr>
            <p:ph type="body" idx="1"/>
          </p:nvPr>
        </p:nvSpPr>
        <p:spPr>
          <a:xfrm xmlns:a="http://schemas.openxmlformats.org/drawingml/2006/main">
            <a:off x="1344252" y="4025503"/>
            <a:ext cx="411491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spcBef>
                <a:spcPts val="200"/>
              </a:spcBef>
              <a:spcAft>
                <a:spcPts val="0"/>
              </a:spcAft>
              <a:buClr>
                <a:schemeClr val="dk1"/>
              </a:buClr>
              <a:buSzPts val="1100"/>
              <a:buNone/>
              <a:defRPr sz="1100"/>
            </a:lvl1pPr>
            <a:lvl2pPr marL="914400" indent="-228600" algn="l">
              <a:spcBef>
                <a:spcPts val="200"/>
              </a:spcBef>
              <a:spcAft>
                <a:spcPts val="0"/>
              </a:spcAft>
              <a:buClr>
                <a:schemeClr val="dk1"/>
              </a:buClr>
              <a:buSzPts val="900"/>
              <a:buNone/>
              <a:defRPr sz="900"/>
            </a:lvl2pPr>
            <a:lvl3pPr marL="1371600" indent="-228600" algn="l">
              <a:spcBef>
                <a:spcPts val="200"/>
              </a:spcBef>
              <a:spcAft>
                <a:spcPts val="0"/>
              </a:spcAft>
              <a:buClr>
                <a:schemeClr val="dk1"/>
              </a:buClr>
              <a:buSzPts val="800"/>
              <a:buNone/>
              <a:defRPr sz="800"/>
            </a:lvl3pPr>
            <a:lvl4pPr marL="1828800" indent="-228600" algn="l">
              <a:spcBef>
                <a:spcPts val="100"/>
              </a:spcBef>
              <a:spcAft>
                <a:spcPts val="0"/>
              </a:spcAft>
              <a:buClr>
                <a:schemeClr val="dk1"/>
              </a:buClr>
              <a:buSzPts val="700"/>
              <a:buNone/>
              <a:defRPr sz="700"/>
            </a:lvl4pPr>
            <a:lvl5pPr marL="2286000" indent="-228600" algn="l">
              <a:spcBef>
                <a:spcPts val="100"/>
              </a:spcBef>
              <a:spcAft>
                <a:spcPts val="0"/>
              </a:spcAft>
              <a:buClr>
                <a:schemeClr val="dk1"/>
              </a:buClr>
              <a:buSzPts val="700"/>
              <a:buNone/>
              <a:defRPr sz="700"/>
            </a:lvl5pPr>
            <a:lvl6pPr marL="2743200" indent="-228600" algn="l">
              <a:spcBef>
                <a:spcPts val="100"/>
              </a:spcBef>
              <a:spcAft>
                <a:spcPts val="0"/>
              </a:spcAft>
              <a:buClr>
                <a:schemeClr val="dk1"/>
              </a:buClr>
              <a:buSzPts val="700"/>
              <a:buNone/>
              <a:defRPr sz="700"/>
            </a:lvl6pPr>
            <a:lvl7pPr marL="3200400" indent="-228600" algn="l">
              <a:spcBef>
                <a:spcPts val="100"/>
              </a:spcBef>
              <a:spcAft>
                <a:spcPts val="0"/>
              </a:spcAft>
              <a:buClr>
                <a:schemeClr val="dk1"/>
              </a:buClr>
              <a:buSzPts val="700"/>
              <a:buNone/>
              <a:defRPr sz="700"/>
            </a:lvl7pPr>
            <a:lvl8pPr marL="3657600" indent="-228600" algn="l">
              <a:spcBef>
                <a:spcPts val="100"/>
              </a:spcBef>
              <a:spcAft>
                <a:spcPts val="0"/>
              </a:spcAft>
              <a:buClr>
                <a:schemeClr val="dk1"/>
              </a:buClr>
              <a:buSzPts val="700"/>
              <a:buNone/>
              <a:defRPr sz="700"/>
            </a:lvl8pPr>
            <a:lvl9pPr marL="4114800" indent="-228600" algn="l">
              <a:spcBef>
                <a:spcPts val="100"/>
              </a:spcBef>
              <a:spcAft>
                <a:spcPts val="0"/>
              </a:spcAft>
              <a:buClr>
                <a:schemeClr val="dk1"/>
              </a:buClr>
              <a:buSzPts val="700"/>
              <a:buNone/>
              <a:defRPr sz="700"/>
            </a:lvl9pPr>
          </a:lstStyle>
          <a:p xmlns:a="http://schemas.openxmlformats.org/drawingml/2006/main"/>
        </p:txBody>
      </p:sp>
      <p:sp>
        <p:nvSpPr>
          <p:cNvPr id="110" name="Google Shape;110;p22">
            <a:extLst xmlns:a="http://schemas.openxmlformats.org/drawingml/2006/main">
              <a:ext uri="{FF2B5EF4-FFF2-40B4-BE49-F238E27FC236}">
                <a16:creationId xmlns:a16="http://schemas.microsoft.com/office/drawing/2014/main" id="{4DC1E15F-6059-4DB5-A571-41D88635B438}"/>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1" name="Google Shape;111;p22">
            <a:extLst xmlns:a="http://schemas.openxmlformats.org/drawingml/2006/main">
              <a:ext uri="{FF2B5EF4-FFF2-40B4-BE49-F238E27FC236}">
                <a16:creationId xmlns:a16="http://schemas.microsoft.com/office/drawing/2014/main" id="{2E774CB5-0221-4061-A7D1-EC71E59C78E8}"/>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2" name="Google Shape;112;p22">
            <a:extLst xmlns:a="http://schemas.openxmlformats.org/drawingml/2006/main">
              <a:ext uri="{FF2B5EF4-FFF2-40B4-BE49-F238E27FC236}">
                <a16:creationId xmlns:a16="http://schemas.microsoft.com/office/drawing/2014/main" id="{C8D50C75-1AB6-4A6A-B3EF-FCBC4AA53734}"/>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114" name="Google Shape;114;p23">
            <a:extLst xmlns:a="http://schemas.openxmlformats.org/drawingml/2006/main">
              <a:ext uri="{FF2B5EF4-FFF2-40B4-BE49-F238E27FC236}">
                <a16:creationId xmlns:a16="http://schemas.microsoft.com/office/drawing/2014/main" id="{EB89D84C-685B-45DE-B178-533F6400D196}"/>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15" name="Google Shape;115;p23">
            <a:extLst xmlns:a="http://schemas.openxmlformats.org/drawingml/2006/main">
              <a:ext uri="{FF2B5EF4-FFF2-40B4-BE49-F238E27FC236}">
                <a16:creationId xmlns:a16="http://schemas.microsoft.com/office/drawing/2014/main" id="{A3BDB942-8FF8-4FB8-A4AE-4AF5084D84FB}"/>
              </a:ext>
            </a:extLst>
          </p:cNvPr>
          <p:cNvSpPr>
            <a:spLocks xmlns:a="http://schemas.openxmlformats.org/drawingml/2006/main" noGrp="1"/>
          </p:cNvSpPr>
          <p:nvPr>
            <p:ph type="body" idx="1"/>
          </p:nvPr>
        </p:nvSpPr>
        <p:spPr>
          <a:xfrm xmlns:a="http://schemas.openxmlformats.org/drawingml/2006/main" rot="5400000">
            <a:off x="1731855" y="-188796"/>
            <a:ext cx="3394472" cy="61723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116" name="Google Shape;116;p23">
            <a:extLst xmlns:a="http://schemas.openxmlformats.org/drawingml/2006/main">
              <a:ext uri="{FF2B5EF4-FFF2-40B4-BE49-F238E27FC236}">
                <a16:creationId xmlns:a16="http://schemas.microsoft.com/office/drawing/2014/main" id="{C53E58B4-D9BD-49E7-BA07-5D36DF1267E6}"/>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7" name="Google Shape;117;p23">
            <a:extLst xmlns:a="http://schemas.openxmlformats.org/drawingml/2006/main">
              <a:ext uri="{FF2B5EF4-FFF2-40B4-BE49-F238E27FC236}">
                <a16:creationId xmlns:a16="http://schemas.microsoft.com/office/drawing/2014/main" id="{7C1CE093-86DF-452D-BC36-A908017B113E}"/>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8" name="Google Shape;118;p23">
            <a:extLst xmlns:a="http://schemas.openxmlformats.org/drawingml/2006/main">
              <a:ext uri="{FF2B5EF4-FFF2-40B4-BE49-F238E27FC236}">
                <a16:creationId xmlns:a16="http://schemas.microsoft.com/office/drawing/2014/main" id="{FC8462B7-6771-4776-85B1-E73D14411EB8}"/>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120" name="Google Shape;120;p24">
            <a:extLst xmlns:a="http://schemas.openxmlformats.org/drawingml/2006/main">
              <a:ext uri="{FF2B5EF4-FFF2-40B4-BE49-F238E27FC236}">
                <a16:creationId xmlns:a16="http://schemas.microsoft.com/office/drawing/2014/main" id="{C57C54C2-46B2-48AF-8C6E-249429A845D0}"/>
              </a:ext>
            </a:extLst>
          </p:cNvPr>
          <p:cNvSpPr>
            <a:spLocks xmlns:a="http://schemas.openxmlformats.org/drawingml/2006/main" noGrp="1"/>
          </p:cNvSpPr>
          <p:nvPr>
            <p:ph type="title" idx="0"/>
          </p:nvPr>
        </p:nvSpPr>
        <p:spPr>
          <a:xfrm xmlns:a="http://schemas.openxmlformats.org/drawingml/2006/main" rot="5400000">
            <a:off x="3549406" y="1628755"/>
            <a:ext cx="4388644" cy="15430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21" name="Google Shape;121;p24">
            <a:extLst xmlns:a="http://schemas.openxmlformats.org/drawingml/2006/main">
              <a:ext uri="{FF2B5EF4-FFF2-40B4-BE49-F238E27FC236}">
                <a16:creationId xmlns:a16="http://schemas.microsoft.com/office/drawing/2014/main" id="{893CA174-3162-47DB-8949-94857F0D66DA}"/>
              </a:ext>
            </a:extLst>
          </p:cNvPr>
          <p:cNvSpPr>
            <a:spLocks xmlns:a="http://schemas.openxmlformats.org/drawingml/2006/main" noGrp="1"/>
          </p:cNvSpPr>
          <p:nvPr>
            <p:ph type="body" idx="1"/>
          </p:nvPr>
        </p:nvSpPr>
        <p:spPr>
          <a:xfrm xmlns:a="http://schemas.openxmlformats.org/drawingml/2006/main" rot="5400000">
            <a:off x="406072" y="142815"/>
            <a:ext cx="4388644" cy="45149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122" name="Google Shape;122;p24">
            <a:extLst xmlns:a="http://schemas.openxmlformats.org/drawingml/2006/main">
              <a:ext uri="{FF2B5EF4-FFF2-40B4-BE49-F238E27FC236}">
                <a16:creationId xmlns:a16="http://schemas.microsoft.com/office/drawing/2014/main" id="{281A6F0E-DBA4-44D6-8C56-B681052BB6C6}"/>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23" name="Google Shape;123;p24">
            <a:extLst xmlns:a="http://schemas.openxmlformats.org/drawingml/2006/main">
              <a:ext uri="{FF2B5EF4-FFF2-40B4-BE49-F238E27FC236}">
                <a16:creationId xmlns:a16="http://schemas.microsoft.com/office/drawing/2014/main" id="{AADBFD7F-B745-429E-9F37-265648F3A0A9}"/>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24" name="Google Shape;124;p24">
            <a:extLst xmlns:a="http://schemas.openxmlformats.org/drawingml/2006/main">
              <a:ext uri="{FF2B5EF4-FFF2-40B4-BE49-F238E27FC236}">
                <a16:creationId xmlns:a16="http://schemas.microsoft.com/office/drawing/2014/main" id="{07793A97-6C76-4E11-BAF7-CCCC6B141966}"/>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6ab5ba7b894b55" /><Relationship Type="http://schemas.openxmlformats.org/officeDocument/2006/relationships/slideLayout" Target="/ppt/slideLayouts/slideLayout1.xml" Id="Rbf532a9781114251" /><Relationship Type="http://schemas.openxmlformats.org/officeDocument/2006/relationships/slideLayout" Target="/ppt/slideLayouts/slideLayout2.xml" Id="R9ffb0f93286d438c" /><Relationship Type="http://schemas.openxmlformats.org/officeDocument/2006/relationships/slideLayout" Target="/ppt/slideLayouts/slideLayout3.xml" Id="R2c00e1de1df64771" /><Relationship Type="http://schemas.openxmlformats.org/officeDocument/2006/relationships/slideLayout" Target="/ppt/slideLayouts/slideLayout4.xml" Id="R22ca846155f64d86" /><Relationship Type="http://schemas.openxmlformats.org/officeDocument/2006/relationships/slideLayout" Target="/ppt/slideLayouts/slideLayout5.xml" Id="Re1ccb0e3cd7f4e3b" /><Relationship Type="http://schemas.openxmlformats.org/officeDocument/2006/relationships/slideLayout" Target="/ppt/slideLayouts/slideLayout6.xml" Id="R49c285af7acc450e" /><Relationship Type="http://schemas.openxmlformats.org/officeDocument/2006/relationships/slideLayout" Target="/ppt/slideLayouts/slideLayout7.xml" Id="Ra07928bf4bd14c4d" /><Relationship Type="http://schemas.openxmlformats.org/officeDocument/2006/relationships/slideLayout" Target="/ppt/slideLayouts/slideLayout8.xml" Id="Rb5b239246708442d" /><Relationship Type="http://schemas.openxmlformats.org/officeDocument/2006/relationships/slideLayout" Target="/ppt/slideLayouts/slideLayout9.xml" Id="Rfe92260ef74a4d1f" /><Relationship Type="http://schemas.openxmlformats.org/officeDocument/2006/relationships/slideLayout" Target="/ppt/slideLayouts/slideLayout10.xml" Id="R4fefe70664e64394" /><Relationship Type="http://schemas.openxmlformats.org/officeDocument/2006/relationships/slideLayout" Target="/ppt/slideLayouts/slideLayout11.xml" Id="Rd56bac08aaaf42c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1cbf96e08f542e5" /><Relationship Type="http://schemas.openxmlformats.org/officeDocument/2006/relationships/slideLayout" Target="/ppt/slideLayouts/slideLayout12.xml" Id="R1ea7675b95a74621" /><Relationship Type="http://schemas.openxmlformats.org/officeDocument/2006/relationships/slideLayout" Target="/ppt/slideLayouts/slideLayout13.xml" Id="R6b2f908d76854c9a" /><Relationship Type="http://schemas.openxmlformats.org/officeDocument/2006/relationships/slideLayout" Target="/ppt/slideLayouts/slideLayout14.xml" Id="Ree6191762c904c99" /><Relationship Type="http://schemas.openxmlformats.org/officeDocument/2006/relationships/slideLayout" Target="/ppt/slideLayouts/slideLayout15.xml" Id="R64168a6ebe3b49a9" /><Relationship Type="http://schemas.openxmlformats.org/officeDocument/2006/relationships/slideLayout" Target="/ppt/slideLayouts/slideLayout16.xml" Id="R8f05bf9d69d04026" /><Relationship Type="http://schemas.openxmlformats.org/officeDocument/2006/relationships/slideLayout" Target="/ppt/slideLayouts/slideLayout17.xml" Id="Rd4a1c22e63414a1b" /><Relationship Type="http://schemas.openxmlformats.org/officeDocument/2006/relationships/slideLayout" Target="/ppt/slideLayouts/slideLayout18.xml" Id="Rc7e785a27f68455b" /><Relationship Type="http://schemas.openxmlformats.org/officeDocument/2006/relationships/slideLayout" Target="/ppt/slideLayouts/slideLayout19.xml" Id="R953122cff4a04f61" /><Relationship Type="http://schemas.openxmlformats.org/officeDocument/2006/relationships/slideLayout" Target="/ppt/slideLayouts/slideLayout20.xml" Id="Rd540c1801d1645cb" /><Relationship Type="http://schemas.openxmlformats.org/officeDocument/2006/relationships/slideLayout" Target="/ppt/slideLayouts/slideLayout21.xml" Id="R7126fcb9e00d4621" /><Relationship Type="http://schemas.openxmlformats.org/officeDocument/2006/relationships/slideLayout" Target="/ppt/slideLayouts/slideLayout22.xml" Id="R262c3428726440d9"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F00E5AE-AF6C-49EA-A26D-2860C56ED1A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3204BD63-A697-4A52-AA47-0C7C88FDEAF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F25F209E-3CC9-48B5-A9E2-4AE40FEE3D5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f532a9781114251"/>
    <p:sldLayoutId xmlns:r="http://schemas.openxmlformats.org/officeDocument/2006/relationships" id="2147483650" r:id="R9ffb0f93286d438c"/>
    <p:sldLayoutId xmlns:r="http://schemas.openxmlformats.org/officeDocument/2006/relationships" id="2147483651" r:id="R2c00e1de1df64771"/>
    <p:sldLayoutId xmlns:r="http://schemas.openxmlformats.org/officeDocument/2006/relationships" id="2147483652" r:id="R22ca846155f64d86"/>
    <p:sldLayoutId xmlns:r="http://schemas.openxmlformats.org/officeDocument/2006/relationships" id="2147483653" r:id="Re1ccb0e3cd7f4e3b"/>
    <p:sldLayoutId xmlns:r="http://schemas.openxmlformats.org/officeDocument/2006/relationships" id="2147483654" r:id="R49c285af7acc450e"/>
    <p:sldLayoutId xmlns:r="http://schemas.openxmlformats.org/officeDocument/2006/relationships" id="2147483655" r:id="Ra07928bf4bd14c4d"/>
    <p:sldLayoutId xmlns:r="http://schemas.openxmlformats.org/officeDocument/2006/relationships" id="2147483656" r:id="Rb5b239246708442d"/>
    <p:sldLayoutId xmlns:r="http://schemas.openxmlformats.org/officeDocument/2006/relationships" id="2147483657" r:id="Rfe92260ef74a4d1f"/>
    <p:sldLayoutId xmlns:r="http://schemas.openxmlformats.org/officeDocument/2006/relationships" id="2147483658" r:id="R4fefe70664e64394"/>
    <p:sldLayoutId xmlns:r="http://schemas.openxmlformats.org/officeDocument/2006/relationships" id="2147483659" r:id="Rd56bac08aaaf42c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E3C64CE1-FC7D-46E2-ACCF-D88686751FB5}"/>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R="0" algn="ctr">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C0FEF5C9-E3EB-4F40-91CA-9D76678EF915}"/>
              </a:ext>
            </a:extLst>
          </p:cNvPr>
          <p:cNvSpPr>
            <a:spLocks xmlns:a="http://schemas.openxmlformats.org/drawingml/2006/main" noGrp="1"/>
          </p:cNvSpPr>
          <p:nvPr>
            <p:ph type="body" idx="1"/>
          </p:nvPr>
        </p:nvSpPr>
        <p:spPr>
          <a:xfrm xmlns:a="http://schemas.openxmlformats.org/drawingml/2006/main">
            <a:off x="342909" y="1200150"/>
            <a:ext cx="6172365"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marR="0" indent="-381000" algn="l">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1pPr>
            <a:lvl2pPr marL="914400" marR="0" indent="-361950" algn="l">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defRPr>
            </a:lvl2pPr>
            <a:lvl3pPr marL="1371600" marR="0"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3pPr>
            <a:lvl4pPr marL="18288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4pPr>
            <a:lvl5pPr marL="22860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5pPr>
            <a:lvl6pPr marL="27432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6pPr>
            <a:lvl7pPr marL="32004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7pPr>
            <a:lvl8pPr marL="36576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8pPr>
            <a:lvl9pPr marL="41148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993BE664-F5AF-4C5A-AA77-9C74B0BCA3C3}"/>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spcBef>
                <a:spcPts val="0"/>
              </a:spcBef>
              <a:spcAft>
                <a:spcPts val="0"/>
              </a:spcAft>
              <a:buSzPts val="1100"/>
              <a:buNone/>
              <a:defRPr sz="900" b="0" i="0" u="none" strike="noStrike" cap="none">
                <a:solidFill>
                  <a:srgbClr val="888888"/>
                </a:solidFill>
                <a:latin typeface="Calibri"/>
                <a:ea typeface="Calibri"/>
                <a:cs typeface="Calibri"/>
              </a:defRPr>
            </a:lvl1pPr>
            <a:lvl2pPr marR="0" algn="l">
              <a:spcBef>
                <a:spcPts val="0"/>
              </a:spcBef>
              <a:spcAft>
                <a:spcPts val="0"/>
              </a:spcAft>
              <a:buSzPts val="1100"/>
              <a:buNone/>
              <a:defRPr sz="1400" b="0" i="0" u="none" strike="noStrike" cap="none">
                <a:solidFill>
                  <a:schemeClr val="dk1"/>
                </a:solidFill>
                <a:latin typeface="Calibri"/>
                <a:ea typeface="Calibri"/>
                <a:cs typeface="Calibri"/>
              </a:defRPr>
            </a:lvl2pPr>
            <a:lvl3pPr marR="0" algn="l">
              <a:spcBef>
                <a:spcPts val="0"/>
              </a:spcBef>
              <a:spcAft>
                <a:spcPts val="0"/>
              </a:spcAft>
              <a:buSzPts val="1100"/>
              <a:buNone/>
              <a:defRPr sz="1400" b="0" i="0" u="none" strike="noStrike" cap="none">
                <a:solidFill>
                  <a:schemeClr val="dk1"/>
                </a:solidFill>
                <a:latin typeface="Calibri"/>
                <a:ea typeface="Calibri"/>
                <a:cs typeface="Calibri"/>
              </a:defRPr>
            </a:lvl3pPr>
            <a:lvl4pPr marR="0" algn="l">
              <a:spcBef>
                <a:spcPts val="0"/>
              </a:spcBef>
              <a:spcAft>
                <a:spcPts val="0"/>
              </a:spcAft>
              <a:buSzPts val="1100"/>
              <a:buNone/>
              <a:defRPr sz="1400" b="0" i="0" u="none" strike="noStrike" cap="none">
                <a:solidFill>
                  <a:schemeClr val="dk1"/>
                </a:solidFill>
                <a:latin typeface="Calibri"/>
                <a:ea typeface="Calibri"/>
                <a:cs typeface="Calibri"/>
              </a:defRPr>
            </a:lvl4pPr>
            <a:lvl5pPr marR="0" algn="l">
              <a:spcBef>
                <a:spcPts val="0"/>
              </a:spcBef>
              <a:spcAft>
                <a:spcPts val="0"/>
              </a:spcAft>
              <a:buSzPts val="1100"/>
              <a:buNone/>
              <a:defRPr sz="1400" b="0" i="0" u="none" strike="noStrike" cap="none">
                <a:solidFill>
                  <a:schemeClr val="dk1"/>
                </a:solidFill>
                <a:latin typeface="Calibri"/>
                <a:ea typeface="Calibri"/>
                <a:cs typeface="Calibri"/>
              </a:defRPr>
            </a:lvl5pPr>
            <a:lvl6pPr marR="0" algn="l">
              <a:spcBef>
                <a:spcPts val="0"/>
              </a:spcBef>
              <a:spcAft>
                <a:spcPts val="0"/>
              </a:spcAft>
              <a:buSzPts val="1100"/>
              <a:buNone/>
              <a:defRPr sz="1400" b="0" i="0" u="none" strike="noStrike" cap="none">
                <a:solidFill>
                  <a:schemeClr val="dk1"/>
                </a:solidFill>
                <a:latin typeface="Calibri"/>
                <a:ea typeface="Calibri"/>
                <a:cs typeface="Calibri"/>
              </a:defRPr>
            </a:lvl6pPr>
            <a:lvl7pPr marR="0" algn="l">
              <a:spcBef>
                <a:spcPts val="0"/>
              </a:spcBef>
              <a:spcAft>
                <a:spcPts val="0"/>
              </a:spcAft>
              <a:buSzPts val="1100"/>
              <a:buNone/>
              <a:defRPr sz="1400" b="0" i="0" u="none" strike="noStrike" cap="none">
                <a:solidFill>
                  <a:schemeClr val="dk1"/>
                </a:solidFill>
                <a:latin typeface="Calibri"/>
                <a:ea typeface="Calibri"/>
                <a:cs typeface="Calibri"/>
              </a:defRPr>
            </a:lvl7pPr>
            <a:lvl8pPr marR="0" algn="l">
              <a:spcBef>
                <a:spcPts val="0"/>
              </a:spcBef>
              <a:spcAft>
                <a:spcPts val="0"/>
              </a:spcAft>
              <a:buSzPts val="1100"/>
              <a:buNone/>
              <a:defRPr sz="1400" b="0" i="0" u="none" strike="noStrike" cap="none">
                <a:solidFill>
                  <a:schemeClr val="dk1"/>
                </a:solidFill>
                <a:latin typeface="Calibri"/>
                <a:ea typeface="Calibri"/>
                <a:cs typeface="Calibri"/>
              </a:defRPr>
            </a:lvl8pPr>
            <a:lvl9pPr marR="0" algn="l">
              <a:spcBef>
                <a:spcPts val="0"/>
              </a:spcBef>
              <a:spcAft>
                <a:spcPts val="0"/>
              </a:spcAft>
              <a:buSzPts val="1100"/>
              <a:buNone/>
              <a:defRPr sz="1400" b="0" i="0" u="none" strike="noStrike" cap="none">
                <a:solidFill>
                  <a:schemeClr val="dk1"/>
                </a:solidFill>
                <a:latin typeface="Calibri"/>
                <a:ea typeface="Calibri"/>
                <a:cs typeface="Calibri"/>
              </a:defRPr>
            </a:lvl9pPr>
          </a:lstStyle>
          <a:p xmlns:a="http://schemas.openxmlformats.org/drawingml/2006/main"/>
        </p:txBody>
      </p:sp>
      <p:sp>
        <p:nvSpPr>
          <p:cNvPr id="54" name="Google Shape;54;p13">
            <a:extLst xmlns:a="http://schemas.openxmlformats.org/drawingml/2006/main">
              <a:ext uri="{FF2B5EF4-FFF2-40B4-BE49-F238E27FC236}">
                <a16:creationId xmlns:a16="http://schemas.microsoft.com/office/drawing/2014/main" id="{85EAC371-6A0A-4BAB-9270-68841D979DE7}"/>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spcBef>
                <a:spcPts val="0"/>
              </a:spcBef>
              <a:spcAft>
                <a:spcPts val="0"/>
              </a:spcAft>
              <a:buSzPts val="1100"/>
              <a:buNone/>
              <a:defRPr sz="900" b="0" i="0" u="none" strike="noStrike" cap="none">
                <a:solidFill>
                  <a:srgbClr val="888888"/>
                </a:solidFill>
                <a:latin typeface="Calibri"/>
                <a:ea typeface="Calibri"/>
                <a:cs typeface="Calibri"/>
              </a:defRPr>
            </a:lvl1pPr>
            <a:lvl2pPr marR="0" algn="l">
              <a:spcBef>
                <a:spcPts val="0"/>
              </a:spcBef>
              <a:spcAft>
                <a:spcPts val="0"/>
              </a:spcAft>
              <a:buSzPts val="1100"/>
              <a:buNone/>
              <a:defRPr sz="1400" b="0" i="0" u="none" strike="noStrike" cap="none">
                <a:solidFill>
                  <a:schemeClr val="dk1"/>
                </a:solidFill>
                <a:latin typeface="Calibri"/>
                <a:ea typeface="Calibri"/>
                <a:cs typeface="Calibri"/>
              </a:defRPr>
            </a:lvl2pPr>
            <a:lvl3pPr marR="0" algn="l">
              <a:spcBef>
                <a:spcPts val="0"/>
              </a:spcBef>
              <a:spcAft>
                <a:spcPts val="0"/>
              </a:spcAft>
              <a:buSzPts val="1100"/>
              <a:buNone/>
              <a:defRPr sz="1400" b="0" i="0" u="none" strike="noStrike" cap="none">
                <a:solidFill>
                  <a:schemeClr val="dk1"/>
                </a:solidFill>
                <a:latin typeface="Calibri"/>
                <a:ea typeface="Calibri"/>
                <a:cs typeface="Calibri"/>
              </a:defRPr>
            </a:lvl3pPr>
            <a:lvl4pPr marR="0" algn="l">
              <a:spcBef>
                <a:spcPts val="0"/>
              </a:spcBef>
              <a:spcAft>
                <a:spcPts val="0"/>
              </a:spcAft>
              <a:buSzPts val="1100"/>
              <a:buNone/>
              <a:defRPr sz="1400" b="0" i="0" u="none" strike="noStrike" cap="none">
                <a:solidFill>
                  <a:schemeClr val="dk1"/>
                </a:solidFill>
                <a:latin typeface="Calibri"/>
                <a:ea typeface="Calibri"/>
                <a:cs typeface="Calibri"/>
              </a:defRPr>
            </a:lvl4pPr>
            <a:lvl5pPr marR="0" algn="l">
              <a:spcBef>
                <a:spcPts val="0"/>
              </a:spcBef>
              <a:spcAft>
                <a:spcPts val="0"/>
              </a:spcAft>
              <a:buSzPts val="1100"/>
              <a:buNone/>
              <a:defRPr sz="1400" b="0" i="0" u="none" strike="noStrike" cap="none">
                <a:solidFill>
                  <a:schemeClr val="dk1"/>
                </a:solidFill>
                <a:latin typeface="Calibri"/>
                <a:ea typeface="Calibri"/>
                <a:cs typeface="Calibri"/>
              </a:defRPr>
            </a:lvl5pPr>
            <a:lvl6pPr marR="0" algn="l">
              <a:spcBef>
                <a:spcPts val="0"/>
              </a:spcBef>
              <a:spcAft>
                <a:spcPts val="0"/>
              </a:spcAft>
              <a:buSzPts val="1100"/>
              <a:buNone/>
              <a:defRPr sz="1400" b="0" i="0" u="none" strike="noStrike" cap="none">
                <a:solidFill>
                  <a:schemeClr val="dk1"/>
                </a:solidFill>
                <a:latin typeface="Calibri"/>
                <a:ea typeface="Calibri"/>
                <a:cs typeface="Calibri"/>
              </a:defRPr>
            </a:lvl6pPr>
            <a:lvl7pPr marR="0" algn="l">
              <a:spcBef>
                <a:spcPts val="0"/>
              </a:spcBef>
              <a:spcAft>
                <a:spcPts val="0"/>
              </a:spcAft>
              <a:buSzPts val="1100"/>
              <a:buNone/>
              <a:defRPr sz="1400" b="0" i="0" u="none" strike="noStrike" cap="none">
                <a:solidFill>
                  <a:schemeClr val="dk1"/>
                </a:solidFill>
                <a:latin typeface="Calibri"/>
                <a:ea typeface="Calibri"/>
                <a:cs typeface="Calibri"/>
              </a:defRPr>
            </a:lvl7pPr>
            <a:lvl8pPr marR="0" algn="l">
              <a:spcBef>
                <a:spcPts val="0"/>
              </a:spcBef>
              <a:spcAft>
                <a:spcPts val="0"/>
              </a:spcAft>
              <a:buSzPts val="1100"/>
              <a:buNone/>
              <a:defRPr sz="1400" b="0" i="0" u="none" strike="noStrike" cap="none">
                <a:solidFill>
                  <a:schemeClr val="dk1"/>
                </a:solidFill>
                <a:latin typeface="Calibri"/>
                <a:ea typeface="Calibri"/>
                <a:cs typeface="Calibri"/>
              </a:defRPr>
            </a:lvl8pPr>
            <a:lvl9pPr marR="0" algn="l">
              <a:spcBef>
                <a:spcPts val="0"/>
              </a:spcBef>
              <a:spcAft>
                <a:spcPts val="0"/>
              </a:spcAft>
              <a:buSzPts val="1100"/>
              <a:buNone/>
              <a:defRPr sz="1400" b="0" i="0" u="none" strike="noStrike" cap="none">
                <a:solidFill>
                  <a:schemeClr val="dk1"/>
                </a:solidFill>
                <a:latin typeface="Calibri"/>
                <a:ea typeface="Calibri"/>
                <a:cs typeface="Calibri"/>
              </a:defRPr>
            </a:lvl9pPr>
          </a:lstStyle>
          <a:p xmlns:a="http://schemas.openxmlformats.org/drawingml/2006/main"/>
        </p:txBody>
      </p:sp>
      <p:sp>
        <p:nvSpPr>
          <p:cNvPr id="55" name="Google Shape;55;p13">
            <a:extLst xmlns:a="http://schemas.openxmlformats.org/drawingml/2006/main">
              <a:ext uri="{FF2B5EF4-FFF2-40B4-BE49-F238E27FC236}">
                <a16:creationId xmlns:a16="http://schemas.microsoft.com/office/drawing/2014/main" id="{E3FADF8E-48ED-4D6D-8A84-92FF045FCCBF}"/>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spcBef>
                <a:spcPts val="0"/>
              </a:spcBef>
              <a:buNone/>
              <a:defRPr sz="900" b="0" i="0" u="none" strike="noStrike" cap="none">
                <a:solidFill>
                  <a:srgbClr val="888888"/>
                </a:solidFill>
                <a:latin typeface="Calibri"/>
                <a:ea typeface="Calibri"/>
                <a:cs typeface="Calibri"/>
              </a:defRPr>
            </a:lvl1pPr>
            <a:lvl2pPr marL="0" marR="0" indent="0" algn="r">
              <a:spcBef>
                <a:spcPts val="0"/>
              </a:spcBef>
              <a:buNone/>
              <a:defRPr sz="900" b="0" i="0" u="none" strike="noStrike" cap="none">
                <a:solidFill>
                  <a:srgbClr val="888888"/>
                </a:solidFill>
                <a:latin typeface="Calibri"/>
                <a:ea typeface="Calibri"/>
                <a:cs typeface="Calibri"/>
              </a:defRPr>
            </a:lvl2pPr>
            <a:lvl3pPr marL="0" marR="0" indent="0" algn="r">
              <a:spcBef>
                <a:spcPts val="0"/>
              </a:spcBef>
              <a:buNone/>
              <a:defRPr sz="900" b="0" i="0" u="none" strike="noStrike" cap="none">
                <a:solidFill>
                  <a:srgbClr val="888888"/>
                </a:solidFill>
                <a:latin typeface="Calibri"/>
                <a:ea typeface="Calibri"/>
                <a:cs typeface="Calibri"/>
              </a:defRPr>
            </a:lvl3pPr>
            <a:lvl4pPr marL="0" marR="0" indent="0" algn="r">
              <a:spcBef>
                <a:spcPts val="0"/>
              </a:spcBef>
              <a:buNone/>
              <a:defRPr sz="900" b="0" i="0" u="none" strike="noStrike" cap="none">
                <a:solidFill>
                  <a:srgbClr val="888888"/>
                </a:solidFill>
                <a:latin typeface="Calibri"/>
                <a:ea typeface="Calibri"/>
                <a:cs typeface="Calibri"/>
              </a:defRPr>
            </a:lvl4pPr>
            <a:lvl5pPr marL="0" marR="0" indent="0" algn="r">
              <a:spcBef>
                <a:spcPts val="0"/>
              </a:spcBef>
              <a:buNone/>
              <a:defRPr sz="900" b="0" i="0" u="none" strike="noStrike" cap="none">
                <a:solidFill>
                  <a:srgbClr val="888888"/>
                </a:solidFill>
                <a:latin typeface="Calibri"/>
                <a:ea typeface="Calibri"/>
                <a:cs typeface="Calibri"/>
              </a:defRPr>
            </a:lvl5pPr>
            <a:lvl6pPr marL="0" marR="0" indent="0" algn="r">
              <a:spcBef>
                <a:spcPts val="0"/>
              </a:spcBef>
              <a:buNone/>
              <a:defRPr sz="900" b="0" i="0" u="none" strike="noStrike" cap="none">
                <a:solidFill>
                  <a:srgbClr val="888888"/>
                </a:solidFill>
                <a:latin typeface="Calibri"/>
                <a:ea typeface="Calibri"/>
                <a:cs typeface="Calibri"/>
              </a:defRPr>
            </a:lvl6pPr>
            <a:lvl7pPr marL="0" marR="0" indent="0" algn="r">
              <a:spcBef>
                <a:spcPts val="0"/>
              </a:spcBef>
              <a:buNone/>
              <a:defRPr sz="900" b="0" i="0" u="none" strike="noStrike" cap="none">
                <a:solidFill>
                  <a:srgbClr val="888888"/>
                </a:solidFill>
                <a:latin typeface="Calibri"/>
                <a:ea typeface="Calibri"/>
                <a:cs typeface="Calibri"/>
              </a:defRPr>
            </a:lvl7pPr>
            <a:lvl8pPr marL="0" marR="0" indent="0" algn="r">
              <a:spcBef>
                <a:spcPts val="0"/>
              </a:spcBef>
              <a:buNone/>
              <a:defRPr sz="900" b="0" i="0" u="none" strike="noStrike" cap="none">
                <a:solidFill>
                  <a:srgbClr val="888888"/>
                </a:solidFill>
                <a:latin typeface="Calibri"/>
                <a:ea typeface="Calibri"/>
                <a:cs typeface="Calibri"/>
              </a:defRPr>
            </a:lvl8pPr>
            <a:lvl9pPr marL="0" marR="0" indent="0" algn="r">
              <a:spcBef>
                <a:spcPts val="0"/>
              </a:spcBef>
              <a:buNone/>
              <a:defRPr sz="9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1ea7675b95a74621"/>
    <p:sldLayoutId xmlns:r="http://schemas.openxmlformats.org/officeDocument/2006/relationships" id="2147483662" r:id="R6b2f908d76854c9a"/>
    <p:sldLayoutId xmlns:r="http://schemas.openxmlformats.org/officeDocument/2006/relationships" id="2147483663" r:id="Ree6191762c904c99"/>
    <p:sldLayoutId xmlns:r="http://schemas.openxmlformats.org/officeDocument/2006/relationships" id="2147483664" r:id="R64168a6ebe3b49a9"/>
    <p:sldLayoutId xmlns:r="http://schemas.openxmlformats.org/officeDocument/2006/relationships" id="2147483665" r:id="R8f05bf9d69d04026"/>
    <p:sldLayoutId xmlns:r="http://schemas.openxmlformats.org/officeDocument/2006/relationships" id="2147483666" r:id="Rd4a1c22e63414a1b"/>
    <p:sldLayoutId xmlns:r="http://schemas.openxmlformats.org/officeDocument/2006/relationships" id="2147483667" r:id="Rc7e785a27f68455b"/>
    <p:sldLayoutId xmlns:r="http://schemas.openxmlformats.org/officeDocument/2006/relationships" id="2147483668" r:id="R953122cff4a04f61"/>
    <p:sldLayoutId xmlns:r="http://schemas.openxmlformats.org/officeDocument/2006/relationships" id="2147483669" r:id="Rd540c1801d1645cb"/>
    <p:sldLayoutId xmlns:r="http://schemas.openxmlformats.org/officeDocument/2006/relationships" id="2147483670" r:id="R7126fcb9e00d4621"/>
    <p:sldLayoutId xmlns:r="http://schemas.openxmlformats.org/officeDocument/2006/relationships" id="2147483671" r:id="R262c3428726440d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11067532113d4b75" /><Relationship Type="http://schemas.openxmlformats.org/officeDocument/2006/relationships/notesSlide" Target="/ppt/notesSlides/notesSlide1.xml" Id="R33effde16efe47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ee8967c4f3844aac" /><Relationship Type="http://schemas.openxmlformats.org/officeDocument/2006/relationships/image" Target="/ppt/media/image.png" Id="R8647c98d70b147e5" /><Relationship Type="http://schemas.openxmlformats.org/officeDocument/2006/relationships/notesSlide" Target="/ppt/notesSlides/notesSlide2.xml" Id="R2438b7362e2e45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431085d0df8045fa" /><Relationship Type="http://schemas.openxmlformats.org/officeDocument/2006/relationships/notesSlide" Target="/ppt/notesSlides/notesSlide3.xml" Id="R03cd161387fd4b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44ba8170e66642ca" /><Relationship Type="http://schemas.openxmlformats.org/officeDocument/2006/relationships/notesSlide" Target="/ppt/notesSlides/notesSlide4.xml" Id="R50b43810339a47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2435182d78a3429f" /><Relationship Type="http://schemas.openxmlformats.org/officeDocument/2006/relationships/notesSlide" Target="/ppt/notesSlides/notesSlide5.xml" Id="R065793afb5fc42b0" /></Relationships>
</file>

<file path=ppt/slides/slide1.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35" name="Google Shape;235;p33">
            <a:extLst xmlns:a="http://schemas.openxmlformats.org/drawingml/2006/main">
              <a:ext uri="{FF2B5EF4-FFF2-40B4-BE49-F238E27FC236}">
                <a16:creationId xmlns:a16="http://schemas.microsoft.com/office/drawing/2014/main" id="{77E2C50F-6E02-4636-87FF-37AC430346CE}"/>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36" name="">
            <a:extLst xmlns:a="http://schemas.openxmlformats.org/drawingml/2006/main">
              <a:ext uri="{FF2B5EF4-FFF2-40B4-BE49-F238E27FC236}">
                <a16:creationId xmlns:a16="http://schemas.microsoft.com/office/drawing/2014/main" id="{5418A4E5-98CE-46F5-90AA-E747E6188C64}"/>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Cloudflare’s outage: the story in brief</a:t>
            </a:r>
          </a:p>
        </p:txBody>
      </p:sp>
      <p:sp>
        <p:nvSpPr>
          <p:cNvPr id="237" name="">
            <a:extLst xmlns:a="http://schemas.openxmlformats.org/drawingml/2006/main">
              <a:ext uri="{FF2B5EF4-FFF2-40B4-BE49-F238E27FC236}">
                <a16:creationId xmlns:a16="http://schemas.microsoft.com/office/drawing/2014/main" id="{65AE3E9D-6BBF-4CA2-B236-FF7C50DB996A}"/>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38" name="">
            <a:extLst xmlns:a="http://schemas.openxmlformats.org/drawingml/2006/main">
              <a:ext uri="{FF2B5EF4-FFF2-40B4-BE49-F238E27FC236}">
                <a16:creationId xmlns:a16="http://schemas.microsoft.com/office/drawing/2014/main" id="{9C5A3890-8509-4096-9976-D1E4797CCE25}"/>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1 / 5</a:t>
            </a:r>
          </a:p>
        </p:txBody>
      </p:sp>
      <p:sp>
        <p:nvSpPr>
          <p:cNvPr id="239" name="">
            <a:extLst xmlns:a="http://schemas.openxmlformats.org/drawingml/2006/main">
              <a:ext uri="{FF2B5EF4-FFF2-40B4-BE49-F238E27FC236}">
                <a16:creationId xmlns:a16="http://schemas.microsoft.com/office/drawing/2014/main" id="{7439A722-6CFE-4A6D-A97A-3D165DAEF581}"/>
              </a:ext>
            </a:extLst>
          </p:cNvPr>
          <p:cNvSpPr>
            <a:spLocks xmlns:a="http://schemas.openxmlformats.org/drawingml/2006/main" noGrp="1"/>
          </p:cNvSpPr>
          <p:nvPr/>
        </p:nvSpPr>
        <p:spPr>
          <a:xfrm xmlns:a="http://schemas.openxmlformats.org/drawingml/2006/main">
            <a:off x="533400" y="10668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JULY 2, 2019</a:t>
            </a:r>
          </a:p>
        </p:txBody>
      </p:sp>
      <p:sp>
        <p:nvSpPr>
          <p:cNvPr id="240" name="">
            <a:extLst xmlns:a="http://schemas.openxmlformats.org/drawingml/2006/main">
              <a:ext uri="{FF2B5EF4-FFF2-40B4-BE49-F238E27FC236}">
                <a16:creationId xmlns:a16="http://schemas.microsoft.com/office/drawing/2014/main" id="{5F7DF125-88B3-46EE-9451-5CCFF8DA6490}"/>
              </a:ext>
            </a:extLst>
          </p:cNvPr>
          <p:cNvSpPr>
            <a:spLocks xmlns:a="http://schemas.openxmlformats.org/drawingml/2006/main" noGrp="1"/>
          </p:cNvSpPr>
          <p:nvPr/>
        </p:nvSpPr>
        <p:spPr>
          <a:xfrm xmlns:a="http://schemas.openxmlformats.org/drawingml/2006/main">
            <a:off x="533400" y="14573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What Cloudflare does</a:t>
            </a:r>
          </a:p>
        </p:txBody>
      </p:sp>
      <p:sp>
        <p:nvSpPr>
          <p:cNvPr id="241" name="">
            <a:extLst xmlns:a="http://schemas.openxmlformats.org/drawingml/2006/main">
              <a:ext uri="{FF2B5EF4-FFF2-40B4-BE49-F238E27FC236}">
                <a16:creationId xmlns:a16="http://schemas.microsoft.com/office/drawing/2014/main" id="{6FF1508B-EA29-4550-9EBE-126262BBFC81}"/>
              </a:ext>
            </a:extLst>
          </p:cNvPr>
          <p:cNvSpPr>
            <a:spLocks xmlns:a="http://schemas.openxmlformats.org/drawingml/2006/main" noGrp="1"/>
          </p:cNvSpPr>
          <p:nvPr/>
        </p:nvSpPr>
        <p:spPr>
          <a:xfrm xmlns:a="http://schemas.openxmlformats.org/drawingml/2006/main">
            <a:off x="533400" y="194310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Websites use Cloudflare to load faster and filter harmful traffic. Because visitors pass through Cloudflare first, its failures can make those sites unreachable.</a:t>
            </a:r>
          </a:p>
        </p:txBody>
      </p:sp>
      <p:sp>
        <p:nvSpPr>
          <p:cNvPr id="242" name="">
            <a:extLst xmlns:a="http://schemas.openxmlformats.org/drawingml/2006/main">
              <a:ext uri="{FF2B5EF4-FFF2-40B4-BE49-F238E27FC236}">
                <a16:creationId xmlns:a16="http://schemas.microsoft.com/office/drawing/2014/main" id="{4F7B9017-2A4F-483D-8D74-9A684B4FCE3F}"/>
              </a:ext>
            </a:extLst>
          </p:cNvPr>
          <p:cNvSpPr>
            <a:spLocks xmlns:a="http://schemas.openxmlformats.org/drawingml/2006/main" noGrp="1"/>
          </p:cNvSpPr>
          <p:nvPr/>
        </p:nvSpPr>
        <p:spPr>
          <a:xfrm xmlns:a="http://schemas.openxmlformats.org/drawingml/2006/main">
            <a:off x="4686300" y="1457325"/>
            <a:ext cx="3933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What happened that day</a:t>
            </a:r>
          </a:p>
        </p:txBody>
      </p:sp>
      <p:sp>
        <p:nvSpPr>
          <p:cNvPr id="243" name="">
            <a:extLst xmlns:a="http://schemas.openxmlformats.org/drawingml/2006/main">
              <a:ext uri="{FF2B5EF4-FFF2-40B4-BE49-F238E27FC236}">
                <a16:creationId xmlns:a16="http://schemas.microsoft.com/office/drawing/2014/main" id="{1A2C6DAD-78A9-41BE-AF49-F74D3053E574}"/>
              </a:ext>
            </a:extLst>
          </p:cNvPr>
          <p:cNvSpPr>
            <a:spLocks xmlns:a="http://schemas.openxmlformats.org/drawingml/2006/main" noGrp="1"/>
          </p:cNvSpPr>
          <p:nvPr/>
        </p:nvSpPr>
        <p:spPr>
          <a:xfrm xmlns:a="http://schemas.openxmlformats.org/drawingml/2006/main">
            <a:off x="4686300" y="1943100"/>
            <a:ext cx="39338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A new firewall rule overloaded Cloudflare’s servers. An earlier refactor had removed a CPU safeguard. Visitors saw error pages instead of otherwise healthy websites.</a:t>
            </a:r>
          </a:p>
        </p:txBody>
      </p:sp>
      <p:sp>
        <p:nvSpPr>
          <p:cNvPr id="244" name="">
            <a:extLst xmlns:a="http://schemas.openxmlformats.org/drawingml/2006/main">
              <a:ext uri="{FF2B5EF4-FFF2-40B4-BE49-F238E27FC236}">
                <a16:creationId xmlns:a16="http://schemas.microsoft.com/office/drawing/2014/main" id="{0D0C046B-018C-40EC-8763-671C0023B1A4}"/>
              </a:ext>
            </a:extLst>
          </p:cNvPr>
          <p:cNvSpPr>
            <a:spLocks xmlns:a="http://schemas.openxmlformats.org/drawingml/2006/main" noGrp="1"/>
          </p:cNvSpPr>
          <p:nvPr/>
        </p:nvSpPr>
        <p:spPr>
          <a:xfrm xmlns:a="http://schemas.openxmlformats.org/drawingml/2006/main">
            <a:off x="533400" y="3476625"/>
            <a:ext cx="80867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DACBC"/>
                </a:solidFill>
              </a:defRPr>
            </a:defPPr>
            <a:lvl1pPr>
              <a:defRPr sz="1350" b="0">
                <a:solidFill>
                  <a:srgbClr val="9DACBC"/>
                </a:solidFill>
              </a:defRPr>
            </a:lvl1pPr>
            <a:lvl2pPr>
              <a:defRPr sz="1350" b="0">
                <a:solidFill>
                  <a:srgbClr val="9DACBC"/>
                </a:solidFill>
              </a:defRPr>
            </a:lvl2pPr>
            <a:lvl3pPr>
              <a:defRPr sz="1350" b="0">
                <a:solidFill>
                  <a:srgbClr val="9DACBC"/>
                </a:solidFill>
              </a:defRPr>
            </a:lvl3pPr>
            <a:lvl4pPr>
              <a:defRPr sz="1350" b="0">
                <a:solidFill>
                  <a:srgbClr val="9DACBC"/>
                </a:solidFill>
              </a:defRPr>
            </a:lvl4pPr>
            <a:lvl5pPr>
              <a:defRPr sz="1350" b="0">
                <a:solidFill>
                  <a:srgbClr val="9DACBC"/>
                </a:solidFill>
              </a:defRPr>
            </a:lvl5pPr>
            <a:lvl6pPr>
              <a:defRPr sz="1350" b="0">
                <a:solidFill>
                  <a:srgbClr val="9DACBC"/>
                </a:solidFill>
              </a:defRPr>
            </a:lvl6pPr>
            <a:lvl7pPr>
              <a:defRPr sz="1350" b="0">
                <a:solidFill>
                  <a:srgbClr val="9DACBC"/>
                </a:solidFill>
              </a:defRPr>
            </a:lvl7pPr>
            <a:lvl8pPr>
              <a:defRPr sz="1350" b="0">
                <a:solidFill>
                  <a:srgbClr val="9DACBC"/>
                </a:solidFill>
              </a:defRPr>
            </a:lvl8pPr>
            <a:lvl9pPr>
              <a:defRPr sz="1350" b="0">
                <a:solidFill>
                  <a:srgbClr val="9DACBC"/>
                </a:solidFill>
              </a:defRPr>
            </a:lvl9pPr>
          </a:lstStyle>
          <a:p xmlns:a="http://schemas.openxmlformats.org/drawingml/2006/main">
            <a:pPr>
              <a:defRPr sz="1350" b="0">
                <a:solidFill>
                  <a:srgbClr val="9DACBC"/>
                </a:solidFill>
              </a:defRPr>
            </a:pPr>
            <a:r>
              <a:rPr sz="1350" b="0">
                <a:solidFill>
                  <a:srgbClr val="9DACBC"/>
                </a:solidFill>
              </a:rPr>
              <a:t>Engineers disabled the faulty security checks, restored traffic, then tested and rolled back the rule.</a:t>
            </a:r>
          </a:p>
        </p:txBody>
      </p:sp>
      <p:sp>
        <p:nvSpPr>
          <p:cNvPr id="245" name="">
            <a:extLst xmlns:a="http://schemas.openxmlformats.org/drawingml/2006/main">
              <a:ext uri="{FF2B5EF4-FFF2-40B4-BE49-F238E27FC236}">
                <a16:creationId xmlns:a16="http://schemas.microsoft.com/office/drawing/2014/main" id="{8244AB29-5103-4C70-ABFC-1346084FFEBA}"/>
              </a:ext>
            </a:extLst>
          </p:cNvPr>
          <p:cNvSpPr>
            <a:spLocks xmlns:a="http://schemas.openxmlformats.org/drawingml/2006/main" noGrp="1"/>
          </p:cNvSpPr>
          <p:nvPr/>
        </p:nvSpPr>
        <p:spPr>
          <a:xfrm xmlns:a="http://schemas.openxmlformats.org/drawingml/2006/main">
            <a:off x="53340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27 min</a:t>
            </a:r>
          </a:p>
        </p:txBody>
      </p:sp>
      <p:sp>
        <p:nvSpPr>
          <p:cNvPr id="246" name="">
            <a:extLst xmlns:a="http://schemas.openxmlformats.org/drawingml/2006/main">
              <a:ext uri="{FF2B5EF4-FFF2-40B4-BE49-F238E27FC236}">
                <a16:creationId xmlns:a16="http://schemas.microsoft.com/office/drawing/2014/main" id="{AE8A5985-243C-45D4-8808-2E17842B56E8}"/>
              </a:ext>
            </a:extLst>
          </p:cNvPr>
          <p:cNvSpPr>
            <a:spLocks xmlns:a="http://schemas.openxmlformats.org/drawingml/2006/main" noGrp="1"/>
          </p:cNvSpPr>
          <p:nvPr/>
        </p:nvSpPr>
        <p:spPr>
          <a:xfrm xmlns:a="http://schemas.openxmlformats.org/drawingml/2006/main">
            <a:off x="53340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service disruption</a:t>
            </a:r>
          </a:p>
        </p:txBody>
      </p:sp>
      <p:sp>
        <p:nvSpPr>
          <p:cNvPr id="247" name="">
            <a:extLst xmlns:a="http://schemas.openxmlformats.org/drawingml/2006/main">
              <a:ext uri="{FF2B5EF4-FFF2-40B4-BE49-F238E27FC236}">
                <a16:creationId xmlns:a16="http://schemas.microsoft.com/office/drawing/2014/main" id="{5568D134-98B0-402E-A7E0-82E3559F7D33}"/>
              </a:ext>
            </a:extLst>
          </p:cNvPr>
          <p:cNvSpPr>
            <a:spLocks xmlns:a="http://schemas.openxmlformats.org/drawingml/2006/main" noGrp="1"/>
          </p:cNvSpPr>
          <p:nvPr/>
        </p:nvSpPr>
        <p:spPr>
          <a:xfrm xmlns:a="http://schemas.openxmlformats.org/drawingml/2006/main">
            <a:off x="337185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82%</a:t>
            </a:r>
          </a:p>
        </p:txBody>
      </p:sp>
      <p:sp>
        <p:nvSpPr>
          <p:cNvPr id="248" name="">
            <a:extLst xmlns:a="http://schemas.openxmlformats.org/drawingml/2006/main">
              <a:ext uri="{FF2B5EF4-FFF2-40B4-BE49-F238E27FC236}">
                <a16:creationId xmlns:a16="http://schemas.microsoft.com/office/drawing/2014/main" id="{CEF4BA24-32D6-4781-85D5-9075AE9A1BD8}"/>
              </a:ext>
            </a:extLst>
          </p:cNvPr>
          <p:cNvSpPr>
            <a:spLocks xmlns:a="http://schemas.openxmlformats.org/drawingml/2006/main" noGrp="1"/>
          </p:cNvSpPr>
          <p:nvPr/>
        </p:nvSpPr>
        <p:spPr>
          <a:xfrm xmlns:a="http://schemas.openxmlformats.org/drawingml/2006/main">
            <a:off x="337185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worst traffic drop</a:t>
            </a:r>
          </a:p>
        </p:txBody>
      </p:sp>
      <p:sp>
        <p:nvSpPr>
          <p:cNvPr id="249" name="">
            <a:extLst xmlns:a="http://schemas.openxmlformats.org/drawingml/2006/main">
              <a:ext uri="{FF2B5EF4-FFF2-40B4-BE49-F238E27FC236}">
                <a16:creationId xmlns:a16="http://schemas.microsoft.com/office/drawing/2014/main" id="{9EDF2DDE-CE2E-48C8-89F4-D1F8F4B7E80D}"/>
              </a:ext>
            </a:extLst>
          </p:cNvPr>
          <p:cNvSpPr>
            <a:spLocks xmlns:a="http://schemas.openxmlformats.org/drawingml/2006/main" noGrp="1"/>
          </p:cNvSpPr>
          <p:nvPr/>
        </p:nvSpPr>
        <p:spPr>
          <a:xfrm xmlns:a="http://schemas.openxmlformats.org/drawingml/2006/main">
            <a:off x="621030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100%</a:t>
            </a:r>
          </a:p>
        </p:txBody>
      </p:sp>
      <p:sp>
        <p:nvSpPr>
          <p:cNvPr id="250" name="">
            <a:extLst xmlns:a="http://schemas.openxmlformats.org/drawingml/2006/main">
              <a:ext uri="{FF2B5EF4-FFF2-40B4-BE49-F238E27FC236}">
                <a16:creationId xmlns:a16="http://schemas.microsoft.com/office/drawing/2014/main" id="{5B084B90-36A6-414B-A11A-A42CAF213B66}"/>
              </a:ext>
            </a:extLst>
          </p:cNvPr>
          <p:cNvSpPr>
            <a:spLocks xmlns:a="http://schemas.openxmlformats.org/drawingml/2006/main" noGrp="1"/>
          </p:cNvSpPr>
          <p:nvPr/>
        </p:nvSpPr>
        <p:spPr>
          <a:xfrm xmlns:a="http://schemas.openxmlformats.org/drawingml/2006/main">
            <a:off x="621030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server CPU usage</a:t>
            </a:r>
          </a:p>
        </p:txBody>
      </p:sp>
    </p:spTree>
    <p:extLst>
      <p:ext uri="{BB962C8B-B14F-4D97-AF65-F5344CB8AC3E}">
        <p14:creationId xmlns:p14="http://schemas.microsoft.com/office/powerpoint/2010/main" val="1978561657"/>
      </p:ext>
    </p:extLst>
  </p:cSld>
</p:sld>
</file>

<file path=ppt/slides/slide2.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80" name="Google Shape;280;p36">
            <a:extLst xmlns:a="http://schemas.openxmlformats.org/drawingml/2006/main">
              <a:ext uri="{FF2B5EF4-FFF2-40B4-BE49-F238E27FC236}">
                <a16:creationId xmlns:a16="http://schemas.microsoft.com/office/drawing/2014/main" id="{F5B4E305-C797-456C-A975-A080BAEEFED7}"/>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81" name="">
            <a:extLst xmlns:a="http://schemas.openxmlformats.org/drawingml/2006/main">
              <a:ext uri="{FF2B5EF4-FFF2-40B4-BE49-F238E27FC236}">
                <a16:creationId xmlns:a16="http://schemas.microsoft.com/office/drawing/2014/main" id="{16978111-BB1B-4FD7-848D-1700A002F7B8}"/>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What it took to get websites working again</a:t>
            </a:r>
          </a:p>
        </p:txBody>
      </p:sp>
      <p:sp>
        <p:nvSpPr>
          <p:cNvPr id="282" name="">
            <a:extLst xmlns:a="http://schemas.openxmlformats.org/drawingml/2006/main">
              <a:ext uri="{FF2B5EF4-FFF2-40B4-BE49-F238E27FC236}">
                <a16:creationId xmlns:a16="http://schemas.microsoft.com/office/drawing/2014/main" id="{CE29C206-EC49-42CA-8982-EC66ED35DC09}"/>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83" name="">
            <a:extLst xmlns:a="http://schemas.openxmlformats.org/drawingml/2006/main">
              <a:ext uri="{FF2B5EF4-FFF2-40B4-BE49-F238E27FC236}">
                <a16:creationId xmlns:a16="http://schemas.microsoft.com/office/drawing/2014/main" id="{E43C96B2-4095-43FB-BAA2-23E7FB374A95}"/>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2 / 5</a:t>
            </a:r>
          </a:p>
        </p:txBody>
      </p:sp>
      <p:sp>
        <p:nvSpPr>
          <p:cNvPr id="284" name="">
            <a:extLst xmlns:a="http://schemas.openxmlformats.org/drawingml/2006/main">
              <a:ext uri="{FF2B5EF4-FFF2-40B4-BE49-F238E27FC236}">
                <a16:creationId xmlns:a16="http://schemas.microsoft.com/office/drawing/2014/main" id="{B466E976-74D1-49A8-AD66-A3A616DE5220}"/>
              </a:ext>
            </a:extLst>
          </p:cNvPr>
          <p:cNvSpPr>
            <a:spLocks xmlns:a="http://schemas.openxmlformats.org/drawingml/2006/main" noGrp="1"/>
          </p:cNvSpPr>
          <p:nvPr/>
        </p:nvSpPr>
        <p:spPr>
          <a:xfrm xmlns:a="http://schemas.openxmlformats.org/drawingml/2006/main">
            <a:off x="533400" y="1095375"/>
            <a:ext cx="521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189D94"/>
                </a:solidFill>
              </a:defRPr>
            </a:defPPr>
            <a:lvl1pPr>
              <a:defRPr sz="975" b="1">
                <a:solidFill>
                  <a:srgbClr val="189D94"/>
                </a:solidFill>
              </a:defRPr>
            </a:lvl1pPr>
            <a:lvl2pPr>
              <a:defRPr sz="975" b="1">
                <a:solidFill>
                  <a:srgbClr val="189D94"/>
                </a:solidFill>
              </a:defRPr>
            </a:lvl2pPr>
            <a:lvl3pPr>
              <a:defRPr sz="975" b="1">
                <a:solidFill>
                  <a:srgbClr val="189D94"/>
                </a:solidFill>
              </a:defRPr>
            </a:lvl3pPr>
            <a:lvl4pPr>
              <a:defRPr sz="975" b="1">
                <a:solidFill>
                  <a:srgbClr val="189D94"/>
                </a:solidFill>
              </a:defRPr>
            </a:lvl4pPr>
            <a:lvl5pPr>
              <a:defRPr sz="975" b="1">
                <a:solidFill>
                  <a:srgbClr val="189D94"/>
                </a:solidFill>
              </a:defRPr>
            </a:lvl5pPr>
            <a:lvl6pPr>
              <a:defRPr sz="975" b="1">
                <a:solidFill>
                  <a:srgbClr val="189D94"/>
                </a:solidFill>
              </a:defRPr>
            </a:lvl6pPr>
            <a:lvl7pPr>
              <a:defRPr sz="975" b="1">
                <a:solidFill>
                  <a:srgbClr val="189D94"/>
                </a:solidFill>
              </a:defRPr>
            </a:lvl7pPr>
            <a:lvl8pPr>
              <a:defRPr sz="975" b="1">
                <a:solidFill>
                  <a:srgbClr val="189D94"/>
                </a:solidFill>
              </a:defRPr>
            </a:lvl8pPr>
            <a:lvl9pPr>
              <a:defRPr sz="975" b="1">
                <a:solidFill>
                  <a:srgbClr val="189D94"/>
                </a:solidFill>
              </a:defRPr>
            </a:lvl9pPr>
          </a:lstStyle>
          <a:p xmlns:a="http://schemas.openxmlformats.org/drawingml/2006/main">
            <a:pPr>
              <a:defRPr sz="975" b="1">
                <a:solidFill>
                  <a:srgbClr val="189D94"/>
                </a:solidFill>
              </a:defRPr>
            </a:pPr>
            <a:r>
              <a:rPr sz="975" b="1">
                <a:solidFill>
                  <a:srgbClr val="189D94"/>
                </a:solidFill>
              </a:rPr>
              <a:t>SERVERS RAN OUT OF PROCESSING CAPACITY</a:t>
            </a:r>
          </a:p>
        </p:txBody>
      </p:sp>
      <p:pic>
        <p:nvPicPr>
          <p:cNvPr id="285" name="">
            <a:extLst xmlns:a="http://schemas.openxmlformats.org/drawingml/2006/main">
              <a:ext uri="{FF2B5EF4-FFF2-40B4-BE49-F238E27FC236}">
                <a16:creationId xmlns:a16="http://schemas.microsoft.com/office/drawing/2014/main" id="{1F656933-76DD-41CC-96DC-8BAE6061C6F7}"/>
              </a:ext>
            </a:extLst>
          </p:cNvPr>
          <p:cNvPicPr>
            <a:picLocks xmlns:a="http://schemas.openxmlformats.org/drawingml/2006/main" noChangeAspect="1"/>
          </p:cNvPicPr>
          <p:nvPr/>
        </p:nvPicPr>
        <p:blipFill>
          <a:blip xmlns:r="http://schemas.openxmlformats.org/officeDocument/2006/relationships" xmlns:a="http://schemas.openxmlformats.org/drawingml/2006/main" r:embed="R8647c98d70b147e5"/>
          <a:stretch xmlns:a="http://schemas.openxmlformats.org/drawingml/2006/main"/>
        </p:blipFill>
        <p:spPr>
          <a:xfrm xmlns:a="http://schemas.openxmlformats.org/drawingml/2006/main">
            <a:off x="533400" y="1495644"/>
            <a:ext cx="5219700" cy="2142687"/>
          </a:xfrm>
          <a:prstGeom xmlns:a="http://schemas.openxmlformats.org/drawingml/2006/main" prst="rect">
            <a:avLst/>
          </a:prstGeom>
        </p:spPr>
      </p:pic>
      <p:sp>
        <p:nvSpPr>
          <p:cNvPr id="286" name="">
            <a:extLst xmlns:a="http://schemas.openxmlformats.org/drawingml/2006/main">
              <a:ext uri="{FF2B5EF4-FFF2-40B4-BE49-F238E27FC236}">
                <a16:creationId xmlns:a16="http://schemas.microsoft.com/office/drawing/2014/main" id="{28A0E47A-96D4-41B4-86F4-04C49057D39C}"/>
              </a:ext>
            </a:extLst>
          </p:cNvPr>
          <p:cNvSpPr>
            <a:spLocks xmlns:a="http://schemas.openxmlformats.org/drawingml/2006/main" noGrp="1"/>
          </p:cNvSpPr>
          <p:nvPr/>
        </p:nvSpPr>
        <p:spPr>
          <a:xfrm xmlns:a="http://schemas.openxmlformats.org/drawingml/2006/main">
            <a:off x="533400" y="3714750"/>
            <a:ext cx="5219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3" b="0">
                <a:solidFill>
                  <a:srgbClr val="9DACBC"/>
                </a:solidFill>
              </a:defRPr>
            </a:defPPr>
            <a:lvl1pPr>
              <a:defRPr sz="863" b="0">
                <a:solidFill>
                  <a:srgbClr val="9DACBC"/>
                </a:solidFill>
              </a:defRPr>
            </a:lvl1pPr>
            <a:lvl2pPr>
              <a:defRPr sz="863" b="0">
                <a:solidFill>
                  <a:srgbClr val="9DACBC"/>
                </a:solidFill>
              </a:defRPr>
            </a:lvl2pPr>
            <a:lvl3pPr>
              <a:defRPr sz="863" b="0">
                <a:solidFill>
                  <a:srgbClr val="9DACBC"/>
                </a:solidFill>
              </a:defRPr>
            </a:lvl3pPr>
            <a:lvl4pPr>
              <a:defRPr sz="863" b="0">
                <a:solidFill>
                  <a:srgbClr val="9DACBC"/>
                </a:solidFill>
              </a:defRPr>
            </a:lvl4pPr>
            <a:lvl5pPr>
              <a:defRPr sz="863" b="0">
                <a:solidFill>
                  <a:srgbClr val="9DACBC"/>
                </a:solidFill>
              </a:defRPr>
            </a:lvl5pPr>
            <a:lvl6pPr>
              <a:defRPr sz="863" b="0">
                <a:solidFill>
                  <a:srgbClr val="9DACBC"/>
                </a:solidFill>
              </a:defRPr>
            </a:lvl6pPr>
            <a:lvl7pPr>
              <a:defRPr sz="863" b="0">
                <a:solidFill>
                  <a:srgbClr val="9DACBC"/>
                </a:solidFill>
              </a:defRPr>
            </a:lvl7pPr>
            <a:lvl8pPr>
              <a:defRPr sz="863" b="0">
                <a:solidFill>
                  <a:srgbClr val="9DACBC"/>
                </a:solidFill>
              </a:defRPr>
            </a:lvl8pPr>
            <a:lvl9pPr>
              <a:defRPr sz="863" b="0">
                <a:solidFill>
                  <a:srgbClr val="9DACBC"/>
                </a:solidFill>
              </a:defRPr>
            </a:lvl9pPr>
          </a:lstStyle>
          <a:p xmlns:a="http://schemas.openxmlformats.org/drawingml/2006/main">
            <a:pPr>
              <a:defRPr sz="863" b="0">
                <a:solidFill>
                  <a:srgbClr val="9DACBC"/>
                </a:solidFill>
              </a:defRPr>
            </a:pPr>
            <a:r>
              <a:rPr sz="863" b="0">
                <a:solidFill>
                  <a:srgbClr val="9DACBC"/>
                </a:solidFill>
              </a:rPr>
              <a:t>CPU = processor usage. Original chart from Cloudflare’s report.</a:t>
            </a:r>
          </a:p>
        </p:txBody>
      </p:sp>
      <p:sp>
        <p:nvSpPr>
          <p:cNvPr id="287" name="">
            <a:extLst xmlns:a="http://schemas.openxmlformats.org/drawingml/2006/main">
              <a:ext uri="{FF2B5EF4-FFF2-40B4-BE49-F238E27FC236}">
                <a16:creationId xmlns:a16="http://schemas.microsoft.com/office/drawing/2014/main" id="{142B4F5A-57DA-4846-8B58-5A2898A76250}"/>
              </a:ext>
            </a:extLst>
          </p:cNvPr>
          <p:cNvSpPr>
            <a:spLocks xmlns:a="http://schemas.openxmlformats.org/drawingml/2006/main" noGrp="1"/>
          </p:cNvSpPr>
          <p:nvPr/>
        </p:nvSpPr>
        <p:spPr>
          <a:xfrm xmlns:a="http://schemas.openxmlformats.org/drawingml/2006/main">
            <a:off x="533400" y="4076700"/>
            <a:ext cx="5219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Turning off the affected firewall checks let websites load again. Other security protections stayed active.</a:t>
            </a:r>
          </a:p>
        </p:txBody>
      </p:sp>
      <p:sp>
        <p:nvSpPr>
          <p:cNvPr id="288" name="">
            <a:extLst xmlns:a="http://schemas.openxmlformats.org/drawingml/2006/main">
              <a:ext uri="{FF2B5EF4-FFF2-40B4-BE49-F238E27FC236}">
                <a16:creationId xmlns:a16="http://schemas.microsoft.com/office/drawing/2014/main" id="{B3A618AF-EEBD-49C1-B99B-14C3E0AFDE35}"/>
              </a:ext>
            </a:extLst>
          </p:cNvPr>
          <p:cNvSpPr>
            <a:spLocks xmlns:a="http://schemas.openxmlformats.org/drawingml/2006/main" noGrp="1"/>
          </p:cNvSpPr>
          <p:nvPr/>
        </p:nvSpPr>
        <p:spPr>
          <a:xfrm xmlns:a="http://schemas.openxmlformats.org/drawingml/2006/main">
            <a:off x="6219825" y="10858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13:42</a:t>
            </a:r>
          </a:p>
        </p:txBody>
      </p:sp>
      <p:sp>
        <p:nvSpPr>
          <p:cNvPr id="289" name="">
            <a:extLst xmlns:a="http://schemas.openxmlformats.org/drawingml/2006/main">
              <a:ext uri="{FF2B5EF4-FFF2-40B4-BE49-F238E27FC236}">
                <a16:creationId xmlns:a16="http://schemas.microsoft.com/office/drawing/2014/main" id="{F4481951-AEB5-41E4-A0D7-EBE8B30A1561}"/>
              </a:ext>
            </a:extLst>
          </p:cNvPr>
          <p:cNvSpPr>
            <a:spLocks xmlns:a="http://schemas.openxmlformats.org/drawingml/2006/main" noGrp="1"/>
          </p:cNvSpPr>
          <p:nvPr/>
        </p:nvSpPr>
        <p:spPr>
          <a:xfrm xmlns:a="http://schemas.openxmlformats.org/drawingml/2006/main">
            <a:off x="6219825" y="14287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Rule deployed globally</a:t>
            </a:r>
          </a:p>
        </p:txBody>
      </p:sp>
      <p:sp>
        <p:nvSpPr>
          <p:cNvPr id="290" name="">
            <a:extLst xmlns:a="http://schemas.openxmlformats.org/drawingml/2006/main">
              <a:ext uri="{FF2B5EF4-FFF2-40B4-BE49-F238E27FC236}">
                <a16:creationId xmlns:a16="http://schemas.microsoft.com/office/drawing/2014/main" id="{26D79B72-450C-46C1-A001-3A2789C07547}"/>
              </a:ext>
            </a:extLst>
          </p:cNvPr>
          <p:cNvSpPr>
            <a:spLocks xmlns:a="http://schemas.openxmlformats.org/drawingml/2006/main" noGrp="1"/>
          </p:cNvSpPr>
          <p:nvPr/>
        </p:nvSpPr>
        <p:spPr>
          <a:xfrm xmlns:a="http://schemas.openxmlformats.org/drawingml/2006/main">
            <a:off x="6219825" y="17907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14:00</a:t>
            </a:r>
          </a:p>
        </p:txBody>
      </p:sp>
      <p:sp>
        <p:nvSpPr>
          <p:cNvPr id="291" name="">
            <a:extLst xmlns:a="http://schemas.openxmlformats.org/drawingml/2006/main">
              <a:ext uri="{FF2B5EF4-FFF2-40B4-BE49-F238E27FC236}">
                <a16:creationId xmlns:a16="http://schemas.microsoft.com/office/drawing/2014/main" id="{C5CDDBE7-CED8-4A50-9D0D-10419655B84E}"/>
              </a:ext>
            </a:extLst>
          </p:cNvPr>
          <p:cNvSpPr>
            <a:spLocks xmlns:a="http://schemas.openxmlformats.org/drawingml/2006/main" noGrp="1"/>
          </p:cNvSpPr>
          <p:nvPr/>
        </p:nvSpPr>
        <p:spPr>
          <a:xfrm xmlns:a="http://schemas.openxmlformats.org/drawingml/2006/main">
            <a:off x="6219825" y="21336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identified as cause</a:t>
            </a:r>
          </a:p>
        </p:txBody>
      </p:sp>
      <p:sp>
        <p:nvSpPr>
          <p:cNvPr id="292" name="">
            <a:extLst xmlns:a="http://schemas.openxmlformats.org/drawingml/2006/main">
              <a:ext uri="{FF2B5EF4-FFF2-40B4-BE49-F238E27FC236}">
                <a16:creationId xmlns:a16="http://schemas.microsoft.com/office/drawing/2014/main" id="{C0457539-1D7B-4996-A9AD-705B9FAB2ACC}"/>
              </a:ext>
            </a:extLst>
          </p:cNvPr>
          <p:cNvSpPr>
            <a:spLocks xmlns:a="http://schemas.openxmlformats.org/drawingml/2006/main" noGrp="1"/>
          </p:cNvSpPr>
          <p:nvPr/>
        </p:nvSpPr>
        <p:spPr>
          <a:xfrm xmlns:a="http://schemas.openxmlformats.org/drawingml/2006/main">
            <a:off x="6219825" y="2495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14:07</a:t>
            </a:r>
          </a:p>
        </p:txBody>
      </p:sp>
      <p:sp>
        <p:nvSpPr>
          <p:cNvPr id="293" name="">
            <a:extLst xmlns:a="http://schemas.openxmlformats.org/drawingml/2006/main">
              <a:ext uri="{FF2B5EF4-FFF2-40B4-BE49-F238E27FC236}">
                <a16:creationId xmlns:a16="http://schemas.microsoft.com/office/drawing/2014/main" id="{2278C363-5DE3-496C-8518-94DF6599B319}"/>
              </a:ext>
            </a:extLst>
          </p:cNvPr>
          <p:cNvSpPr>
            <a:spLocks xmlns:a="http://schemas.openxmlformats.org/drawingml/2006/main" noGrp="1"/>
          </p:cNvSpPr>
          <p:nvPr/>
        </p:nvSpPr>
        <p:spPr>
          <a:xfrm xmlns:a="http://schemas.openxmlformats.org/drawingml/2006/main">
            <a:off x="6219825" y="28384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checks disabled</a:t>
            </a:r>
          </a:p>
        </p:txBody>
      </p:sp>
      <p:sp>
        <p:nvSpPr>
          <p:cNvPr id="294" name="">
            <a:extLst xmlns:a="http://schemas.openxmlformats.org/drawingml/2006/main">
              <a:ext uri="{FF2B5EF4-FFF2-40B4-BE49-F238E27FC236}">
                <a16:creationId xmlns:a16="http://schemas.microsoft.com/office/drawing/2014/main" id="{9CA875D0-F32A-45B6-8A5A-285B59C35AFE}"/>
              </a:ext>
            </a:extLst>
          </p:cNvPr>
          <p:cNvSpPr>
            <a:spLocks xmlns:a="http://schemas.openxmlformats.org/drawingml/2006/main" noGrp="1"/>
          </p:cNvSpPr>
          <p:nvPr/>
        </p:nvSpPr>
        <p:spPr>
          <a:xfrm xmlns:a="http://schemas.openxmlformats.org/drawingml/2006/main">
            <a:off x="6219825" y="32004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14:09</a:t>
            </a:r>
          </a:p>
        </p:txBody>
      </p:sp>
      <p:sp>
        <p:nvSpPr>
          <p:cNvPr id="295" name="">
            <a:extLst xmlns:a="http://schemas.openxmlformats.org/drawingml/2006/main">
              <a:ext uri="{FF2B5EF4-FFF2-40B4-BE49-F238E27FC236}">
                <a16:creationId xmlns:a16="http://schemas.microsoft.com/office/drawing/2014/main" id="{7218F9EA-377D-4890-93C2-5A9D368BCE00}"/>
              </a:ext>
            </a:extLst>
          </p:cNvPr>
          <p:cNvSpPr>
            <a:spLocks xmlns:a="http://schemas.openxmlformats.org/drawingml/2006/main" noGrp="1"/>
          </p:cNvSpPr>
          <p:nvPr/>
        </p:nvSpPr>
        <p:spPr>
          <a:xfrm xmlns:a="http://schemas.openxmlformats.org/drawingml/2006/main">
            <a:off x="6219825" y="35433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Websites load normally</a:t>
            </a:r>
          </a:p>
        </p:txBody>
      </p:sp>
      <p:sp>
        <p:nvSpPr>
          <p:cNvPr id="296" name="">
            <a:extLst xmlns:a="http://schemas.openxmlformats.org/drawingml/2006/main">
              <a:ext uri="{FF2B5EF4-FFF2-40B4-BE49-F238E27FC236}">
                <a16:creationId xmlns:a16="http://schemas.microsoft.com/office/drawing/2014/main" id="{BA949834-1CD8-4950-96C8-E46698137D73}"/>
              </a:ext>
            </a:extLst>
          </p:cNvPr>
          <p:cNvSpPr>
            <a:spLocks xmlns:a="http://schemas.openxmlformats.org/drawingml/2006/main" noGrp="1"/>
          </p:cNvSpPr>
          <p:nvPr/>
        </p:nvSpPr>
        <p:spPr>
          <a:xfrm xmlns:a="http://schemas.openxmlformats.org/drawingml/2006/main">
            <a:off x="6219825" y="39052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14:52</a:t>
            </a:r>
          </a:p>
        </p:txBody>
      </p:sp>
      <p:sp>
        <p:nvSpPr>
          <p:cNvPr id="297" name="">
            <a:extLst xmlns:a="http://schemas.openxmlformats.org/drawingml/2006/main">
              <a:ext uri="{FF2B5EF4-FFF2-40B4-BE49-F238E27FC236}">
                <a16:creationId xmlns:a16="http://schemas.microsoft.com/office/drawing/2014/main" id="{D5747420-637C-4037-B21A-07D7BBE8D81B}"/>
              </a:ext>
            </a:extLst>
          </p:cNvPr>
          <p:cNvSpPr>
            <a:spLocks xmlns:a="http://schemas.openxmlformats.org/drawingml/2006/main" noGrp="1"/>
          </p:cNvSpPr>
          <p:nvPr/>
        </p:nvSpPr>
        <p:spPr>
          <a:xfrm xmlns:a="http://schemas.openxmlformats.org/drawingml/2006/main">
            <a:off x="6219825" y="42481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restored after tests</a:t>
            </a:r>
          </a:p>
        </p:txBody>
      </p:sp>
      <p:sp>
        <p:nvSpPr>
          <p:cNvPr id="298" name="">
            <a:extLst xmlns:a="http://schemas.openxmlformats.org/drawingml/2006/main">
              <a:ext uri="{FF2B5EF4-FFF2-40B4-BE49-F238E27FC236}">
                <a16:creationId xmlns:a16="http://schemas.microsoft.com/office/drawing/2014/main" id="{A21A3DC8-8F8B-4A7B-8747-CD1FF7E9FBCA}"/>
              </a:ext>
            </a:extLst>
          </p:cNvPr>
          <p:cNvSpPr>
            <a:spLocks xmlns:a="http://schemas.openxmlformats.org/drawingml/2006/main" noGrp="1"/>
          </p:cNvSpPr>
          <p:nvPr/>
        </p:nvSpPr>
        <p:spPr>
          <a:xfrm xmlns:a="http://schemas.openxmlformats.org/drawingml/2006/main">
            <a:off x="6219825" y="4695825"/>
            <a:ext cx="2400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3" b="0">
                <a:solidFill>
                  <a:srgbClr val="9DACBC"/>
                </a:solidFill>
              </a:defRPr>
            </a:defPPr>
            <a:lvl1pPr>
              <a:defRPr sz="863" b="0">
                <a:solidFill>
                  <a:srgbClr val="9DACBC"/>
                </a:solidFill>
              </a:defRPr>
            </a:lvl1pPr>
            <a:lvl2pPr>
              <a:defRPr sz="863" b="0">
                <a:solidFill>
                  <a:srgbClr val="9DACBC"/>
                </a:solidFill>
              </a:defRPr>
            </a:lvl2pPr>
            <a:lvl3pPr>
              <a:defRPr sz="863" b="0">
                <a:solidFill>
                  <a:srgbClr val="9DACBC"/>
                </a:solidFill>
              </a:defRPr>
            </a:lvl3pPr>
            <a:lvl4pPr>
              <a:defRPr sz="863" b="0">
                <a:solidFill>
                  <a:srgbClr val="9DACBC"/>
                </a:solidFill>
              </a:defRPr>
            </a:lvl4pPr>
            <a:lvl5pPr>
              <a:defRPr sz="863" b="0">
                <a:solidFill>
                  <a:srgbClr val="9DACBC"/>
                </a:solidFill>
              </a:defRPr>
            </a:lvl5pPr>
            <a:lvl6pPr>
              <a:defRPr sz="863" b="0">
                <a:solidFill>
                  <a:srgbClr val="9DACBC"/>
                </a:solidFill>
              </a:defRPr>
            </a:lvl6pPr>
            <a:lvl7pPr>
              <a:defRPr sz="863" b="0">
                <a:solidFill>
                  <a:srgbClr val="9DACBC"/>
                </a:solidFill>
              </a:defRPr>
            </a:lvl7pPr>
            <a:lvl8pPr>
              <a:defRPr sz="863" b="0">
                <a:solidFill>
                  <a:srgbClr val="9DACBC"/>
                </a:solidFill>
              </a:defRPr>
            </a:lvl8pPr>
            <a:lvl9pPr>
              <a:defRPr sz="863" b="0">
                <a:solidFill>
                  <a:srgbClr val="9DACBC"/>
                </a:solidFill>
              </a:defRPr>
            </a:lvl9pPr>
          </a:lstStyle>
          <a:p xmlns:a="http://schemas.openxmlformats.org/drawingml/2006/main">
            <a:pPr>
              <a:defRPr sz="863" b="0">
                <a:solidFill>
                  <a:srgbClr val="9DACBC"/>
                </a:solidFill>
              </a:defRPr>
            </a:pPr>
            <a:r>
              <a:rPr sz="863" b="0">
                <a:solidFill>
                  <a:srgbClr val="9DACBC"/>
                </a:solidFill>
              </a:rPr>
              <a:t>All times UTC, July 2, 2019</a:t>
            </a:r>
          </a:p>
        </p:txBody>
      </p:sp>
    </p:spTree>
    <p:extLst>
      <p:ext uri="{BB962C8B-B14F-4D97-AF65-F5344CB8AC3E}">
        <p14:creationId xmlns:p14="http://schemas.microsoft.com/office/powerpoint/2010/main" val="1360811869"/>
      </p:ext>
    </p:extLst>
  </p:cSld>
</p:sld>
</file>

<file path=ppt/slides/slide3.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50" name="Google Shape;250;p34">
            <a:extLst xmlns:a="http://schemas.openxmlformats.org/drawingml/2006/main">
              <a:ext uri="{FF2B5EF4-FFF2-40B4-BE49-F238E27FC236}">
                <a16:creationId xmlns:a16="http://schemas.microsoft.com/office/drawing/2014/main" id="{8553E37F-1DAB-4829-97C2-4F50BEAF306C}"/>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51" name="">
            <a:extLst xmlns:a="http://schemas.openxmlformats.org/drawingml/2006/main">
              <a:ext uri="{FF2B5EF4-FFF2-40B4-BE49-F238E27FC236}">
                <a16:creationId xmlns:a16="http://schemas.microsoft.com/office/drawing/2014/main" id="{78040D24-77E4-47A3-BA4B-09C17E66E79B}"/>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Inside the failure: one costly security rule</a:t>
            </a:r>
          </a:p>
        </p:txBody>
      </p:sp>
      <p:sp>
        <p:nvSpPr>
          <p:cNvPr id="252" name="">
            <a:extLst xmlns:a="http://schemas.openxmlformats.org/drawingml/2006/main">
              <a:ext uri="{FF2B5EF4-FFF2-40B4-BE49-F238E27FC236}">
                <a16:creationId xmlns:a16="http://schemas.microsoft.com/office/drawing/2014/main" id="{F328D6D3-29FD-4153-BEFD-1257EA9A7539}"/>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53" name="">
            <a:extLst xmlns:a="http://schemas.openxmlformats.org/drawingml/2006/main">
              <a:ext uri="{FF2B5EF4-FFF2-40B4-BE49-F238E27FC236}">
                <a16:creationId xmlns:a16="http://schemas.microsoft.com/office/drawing/2014/main" id="{31347F11-3145-48A7-8D77-1F46A10FE026}"/>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3 / 5</a:t>
            </a:r>
          </a:p>
        </p:txBody>
      </p:sp>
      <p:sp>
        <p:nvSpPr>
          <p:cNvPr id="254" name="">
            <a:extLst xmlns:a="http://schemas.openxmlformats.org/drawingml/2006/main">
              <a:ext uri="{FF2B5EF4-FFF2-40B4-BE49-F238E27FC236}">
                <a16:creationId xmlns:a16="http://schemas.microsoft.com/office/drawing/2014/main" id="{E92D78E0-4FA1-489A-81D0-80C1F47C683E}"/>
              </a:ext>
            </a:extLst>
          </p:cNvPr>
          <p:cNvSpPr>
            <a:spLocks xmlns:a="http://schemas.openxmlformats.org/drawingml/2006/main" noGrp="1"/>
          </p:cNvSpPr>
          <p:nvPr/>
        </p:nvSpPr>
        <p:spPr>
          <a:xfrm xmlns:a="http://schemas.openxmlformats.org/drawingml/2006/main">
            <a:off x="533400" y="114300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THE SIMPLIFIED PATTERN</a:t>
            </a:r>
          </a:p>
        </p:txBody>
      </p:sp>
      <p:sp>
        <p:nvSpPr>
          <p:cNvPr id="255" name="">
            <a:extLst xmlns:a="http://schemas.openxmlformats.org/drawingml/2006/main">
              <a:ext uri="{FF2B5EF4-FFF2-40B4-BE49-F238E27FC236}">
                <a16:creationId xmlns:a16="http://schemas.microsoft.com/office/drawing/2014/main" id="{E1E30487-E452-412B-98FA-FC5B40C0DAD8}"/>
              </a:ext>
            </a:extLst>
          </p:cNvPr>
          <p:cNvSpPr>
            <a:spLocks xmlns:a="http://schemas.openxmlformats.org/drawingml/2006/main" noGrp="1"/>
          </p:cNvSpPr>
          <p:nvPr/>
        </p:nvSpPr>
        <p:spPr>
          <a:xfrm xmlns:a="http://schemas.openxmlformats.org/drawingml/2006/main">
            <a:off x="533400" y="158115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89D94"/>
                </a:solidFill>
              </a:defRPr>
            </a:defPPr>
            <a:lvl1pPr>
              <a:defRPr sz="3750" b="1">
                <a:solidFill>
                  <a:srgbClr val="189D94"/>
                </a:solidFill>
              </a:defRPr>
            </a:lvl1pPr>
            <a:lvl2pPr>
              <a:defRPr sz="3750" b="1">
                <a:solidFill>
                  <a:srgbClr val="189D94"/>
                </a:solidFill>
              </a:defRPr>
            </a:lvl2pPr>
            <a:lvl3pPr>
              <a:defRPr sz="3750" b="1">
                <a:solidFill>
                  <a:srgbClr val="189D94"/>
                </a:solidFill>
              </a:defRPr>
            </a:lvl3pPr>
            <a:lvl4pPr>
              <a:defRPr sz="3750" b="1">
                <a:solidFill>
                  <a:srgbClr val="189D94"/>
                </a:solidFill>
              </a:defRPr>
            </a:lvl4pPr>
            <a:lvl5pPr>
              <a:defRPr sz="3750" b="1">
                <a:solidFill>
                  <a:srgbClr val="189D94"/>
                </a:solidFill>
              </a:defRPr>
            </a:lvl5pPr>
            <a:lvl6pPr>
              <a:defRPr sz="3750" b="1">
                <a:solidFill>
                  <a:srgbClr val="189D94"/>
                </a:solidFill>
              </a:defRPr>
            </a:lvl6pPr>
            <a:lvl7pPr>
              <a:defRPr sz="3750" b="1">
                <a:solidFill>
                  <a:srgbClr val="189D94"/>
                </a:solidFill>
              </a:defRPr>
            </a:lvl7pPr>
            <a:lvl8pPr>
              <a:defRPr sz="3750" b="1">
                <a:solidFill>
                  <a:srgbClr val="189D94"/>
                </a:solidFill>
              </a:defRPr>
            </a:lvl8pPr>
            <a:lvl9pPr>
              <a:defRPr sz="3750" b="1">
                <a:solidFill>
                  <a:srgbClr val="189D94"/>
                </a:solidFill>
              </a:defRPr>
            </a:lvl9pPr>
          </a:lstStyle>
          <a:p xmlns:a="http://schemas.openxmlformats.org/drawingml/2006/main">
            <a:pPr>
              <a:defRPr sz="3750" b="1">
                <a:solidFill>
                  <a:srgbClr val="189D94"/>
                </a:solidFill>
              </a:defRPr>
            </a:pPr>
            <a:r>
              <a:rPr sz="3750" b="1">
                <a:solidFill>
                  <a:srgbClr val="189D94"/>
                </a:solidFill>
              </a:rPr>
              <a:t>.*.*=.*</a:t>
            </a:r>
          </a:p>
        </p:txBody>
      </p:sp>
      <p:sp>
        <p:nvSpPr>
          <p:cNvPr id="256" name="">
            <a:extLst xmlns:a="http://schemas.openxmlformats.org/drawingml/2006/main">
              <a:ext uri="{FF2B5EF4-FFF2-40B4-BE49-F238E27FC236}">
                <a16:creationId xmlns:a16="http://schemas.microsoft.com/office/drawing/2014/main" id="{89F0F548-CB48-450F-B395-038AB3D8C070}"/>
              </a:ext>
            </a:extLst>
          </p:cNvPr>
          <p:cNvSpPr>
            <a:spLocks xmlns:a="http://schemas.openxmlformats.org/drawingml/2006/main" noGrp="1"/>
          </p:cNvSpPr>
          <p:nvPr/>
        </p:nvSpPr>
        <p:spPr>
          <a:xfrm xmlns:a="http://schemas.openxmlformats.org/drawingml/2006/main">
            <a:off x="533400" y="2400300"/>
            <a:ext cx="3333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Each .* can match almost any amount of text. The overlapping sections create many possible ways to split the same input.</a:t>
            </a:r>
          </a:p>
        </p:txBody>
      </p:sp>
      <p:sp>
        <p:nvSpPr>
          <p:cNvPr id="257" name="">
            <a:extLst xmlns:a="http://schemas.openxmlformats.org/drawingml/2006/main">
              <a:ext uri="{FF2B5EF4-FFF2-40B4-BE49-F238E27FC236}">
                <a16:creationId xmlns:a16="http://schemas.microsoft.com/office/drawing/2014/main" id="{66A5CF48-4990-45EE-A00C-AB80745B54C2}"/>
              </a:ext>
            </a:extLst>
          </p:cNvPr>
          <p:cNvSpPr>
            <a:spLocks xmlns:a="http://schemas.openxmlformats.org/drawingml/2006/main" noGrp="1"/>
          </p:cNvSpPr>
          <p:nvPr/>
        </p:nvSpPr>
        <p:spPr>
          <a:xfrm xmlns:a="http://schemas.openxmlformats.org/drawingml/2006/main">
            <a:off x="533400" y="401955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9DACBC"/>
                </a:solidFill>
              </a:defRPr>
            </a:defPPr>
            <a:lvl1pPr>
              <a:defRPr sz="1500" b="0">
                <a:solidFill>
                  <a:srgbClr val="9DACBC"/>
                </a:solidFill>
              </a:defRPr>
            </a:lvl1pPr>
            <a:lvl2pPr>
              <a:defRPr sz="1500" b="0">
                <a:solidFill>
                  <a:srgbClr val="9DACBC"/>
                </a:solidFill>
              </a:defRPr>
            </a:lvl2pPr>
            <a:lvl3pPr>
              <a:defRPr sz="1500" b="0">
                <a:solidFill>
                  <a:srgbClr val="9DACBC"/>
                </a:solidFill>
              </a:defRPr>
            </a:lvl3pPr>
            <a:lvl4pPr>
              <a:defRPr sz="1500" b="0">
                <a:solidFill>
                  <a:srgbClr val="9DACBC"/>
                </a:solidFill>
              </a:defRPr>
            </a:lvl4pPr>
            <a:lvl5pPr>
              <a:defRPr sz="1500" b="0">
                <a:solidFill>
                  <a:srgbClr val="9DACBC"/>
                </a:solidFill>
              </a:defRPr>
            </a:lvl5pPr>
            <a:lvl6pPr>
              <a:defRPr sz="1500" b="0">
                <a:solidFill>
                  <a:srgbClr val="9DACBC"/>
                </a:solidFill>
              </a:defRPr>
            </a:lvl6pPr>
            <a:lvl7pPr>
              <a:defRPr sz="1500" b="0">
                <a:solidFill>
                  <a:srgbClr val="9DACBC"/>
                </a:solidFill>
              </a:defRPr>
            </a:lvl7pPr>
            <a:lvl8pPr>
              <a:defRPr sz="1500" b="0">
                <a:solidFill>
                  <a:srgbClr val="9DACBC"/>
                </a:solidFill>
              </a:defRPr>
            </a:lvl8pPr>
            <a:lvl9pPr>
              <a:defRPr sz="1500" b="0">
                <a:solidFill>
                  <a:srgbClr val="9DACBC"/>
                </a:solidFill>
              </a:defRPr>
            </a:lvl9pPr>
          </a:lstStyle>
          <a:p xmlns:a="http://schemas.openxmlformats.org/drawingml/2006/main">
            <a:pPr>
              <a:defRPr sz="1500" b="0">
                <a:solidFill>
                  <a:srgbClr val="9DACBC"/>
                </a:solidFill>
              </a:defRPr>
            </a:pPr>
            <a:r>
              <a:rPr sz="1500" b="0">
                <a:solidFill>
                  <a:srgbClr val="9DACBC"/>
                </a:solidFill>
              </a:rPr>
              <a:t>A regex is a text-search pattern used inside a firewall rule.</a:t>
            </a:r>
          </a:p>
        </p:txBody>
      </p:sp>
      <p:sp>
        <p:nvSpPr>
          <p:cNvPr id="258" name="">
            <a:extLst xmlns:a="http://schemas.openxmlformats.org/drawingml/2006/main">
              <a:ext uri="{FF2B5EF4-FFF2-40B4-BE49-F238E27FC236}">
                <a16:creationId xmlns:a16="http://schemas.microsoft.com/office/drawing/2014/main" id="{7BBA8F7B-EDDC-4C9B-8140-398467C05994}"/>
              </a:ext>
            </a:extLst>
          </p:cNvPr>
          <p:cNvSpPr>
            <a:spLocks xmlns:a="http://schemas.openxmlformats.org/drawingml/2006/main" noGrp="1"/>
          </p:cNvSpPr>
          <p:nvPr/>
        </p:nvSpPr>
        <p:spPr>
          <a:xfrm xmlns:a="http://schemas.openxmlformats.org/drawingml/2006/main">
            <a:off x="4476750" y="113347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01  Inspect the request</a:t>
            </a:r>
          </a:p>
        </p:txBody>
      </p:sp>
      <p:sp>
        <p:nvSpPr>
          <p:cNvPr id="259" name="">
            <a:extLst xmlns:a="http://schemas.openxmlformats.org/drawingml/2006/main">
              <a:ext uri="{FF2B5EF4-FFF2-40B4-BE49-F238E27FC236}">
                <a16:creationId xmlns:a16="http://schemas.microsoft.com/office/drawing/2014/main" id="{D05214BC-195C-4D2D-B54E-3A836F14C2A5}"/>
              </a:ext>
            </a:extLst>
          </p:cNvPr>
          <p:cNvSpPr>
            <a:spLocks xmlns:a="http://schemas.openxmlformats.org/drawingml/2006/main" noGrp="1"/>
          </p:cNvSpPr>
          <p:nvPr/>
        </p:nvSpPr>
        <p:spPr>
          <a:xfrm xmlns:a="http://schemas.openxmlformats.org/drawingml/2006/main">
            <a:off x="4476750" y="1504950"/>
            <a:ext cx="4143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The web application firewall (WAF) used this regex to detect malicious JavaScript.</a:t>
            </a:r>
          </a:p>
        </p:txBody>
      </p:sp>
      <p:sp>
        <p:nvSpPr>
          <p:cNvPr id="260" name="">
            <a:extLst xmlns:a="http://schemas.openxmlformats.org/drawingml/2006/main">
              <a:ext uri="{FF2B5EF4-FFF2-40B4-BE49-F238E27FC236}">
                <a16:creationId xmlns:a16="http://schemas.microsoft.com/office/drawing/2014/main" id="{506525A1-B342-478B-99A2-CB46CD1E1002}"/>
              </a:ext>
            </a:extLst>
          </p:cNvPr>
          <p:cNvSpPr>
            <a:spLocks xmlns:a="http://schemas.openxmlformats.org/drawingml/2006/main" noGrp="1"/>
          </p:cNvSpPr>
          <p:nvPr/>
        </p:nvSpPr>
        <p:spPr>
          <a:xfrm xmlns:a="http://schemas.openxmlformats.org/drawingml/2006/main">
            <a:off x="4476750" y="215265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02  Retry possible matches</a:t>
            </a:r>
          </a:p>
        </p:txBody>
      </p:sp>
      <p:sp>
        <p:nvSpPr>
          <p:cNvPr id="261" name="">
            <a:extLst xmlns:a="http://schemas.openxmlformats.org/drawingml/2006/main">
              <a:ext uri="{FF2B5EF4-FFF2-40B4-BE49-F238E27FC236}">
                <a16:creationId xmlns:a16="http://schemas.microsoft.com/office/drawing/2014/main" id="{1A312F88-2D51-4BC0-8380-B91B72AAD4BC}"/>
              </a:ext>
            </a:extLst>
          </p:cNvPr>
          <p:cNvSpPr>
            <a:spLocks xmlns:a="http://schemas.openxmlformats.org/drawingml/2006/main" noGrp="1"/>
          </p:cNvSpPr>
          <p:nvPr/>
        </p:nvSpPr>
        <p:spPr>
          <a:xfrm xmlns:a="http://schemas.openxmlformats.org/drawingml/2006/main">
            <a:off x="4476750" y="2524125"/>
            <a:ext cx="4143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Backtracking tries alternative matches. Too many retries use up processing time.</a:t>
            </a:r>
          </a:p>
        </p:txBody>
      </p:sp>
      <p:sp>
        <p:nvSpPr>
          <p:cNvPr id="262" name="">
            <a:extLst xmlns:a="http://schemas.openxmlformats.org/drawingml/2006/main">
              <a:ext uri="{FF2B5EF4-FFF2-40B4-BE49-F238E27FC236}">
                <a16:creationId xmlns:a16="http://schemas.microsoft.com/office/drawing/2014/main" id="{B2C106BB-BCE8-48FD-A6B7-4CDBA9AD1D6D}"/>
              </a:ext>
            </a:extLst>
          </p:cNvPr>
          <p:cNvSpPr>
            <a:spLocks xmlns:a="http://schemas.openxmlformats.org/drawingml/2006/main" noGrp="1"/>
          </p:cNvSpPr>
          <p:nvPr/>
        </p:nvSpPr>
        <p:spPr>
          <a:xfrm xmlns:a="http://schemas.openxmlformats.org/drawingml/2006/main">
            <a:off x="4476750" y="317182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03  Crowd out normal work</a:t>
            </a:r>
          </a:p>
        </p:txBody>
      </p:sp>
      <p:sp>
        <p:nvSpPr>
          <p:cNvPr id="263" name="">
            <a:extLst xmlns:a="http://schemas.openxmlformats.org/drawingml/2006/main">
              <a:ext uri="{FF2B5EF4-FFF2-40B4-BE49-F238E27FC236}">
                <a16:creationId xmlns:a16="http://schemas.microsoft.com/office/drawing/2014/main" id="{1510A399-5028-43E4-9AE6-7307E1FF3017}"/>
              </a:ext>
            </a:extLst>
          </p:cNvPr>
          <p:cNvSpPr>
            <a:spLocks xmlns:a="http://schemas.openxmlformats.org/drawingml/2006/main" noGrp="1"/>
          </p:cNvSpPr>
          <p:nvPr/>
        </p:nvSpPr>
        <p:spPr>
          <a:xfrm xmlns:a="http://schemas.openxmlformats.org/drawingml/2006/main">
            <a:off x="4476750" y="3543300"/>
            <a:ext cx="4143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The check consumed CPU that servers needed to respond to visitors.</a:t>
            </a:r>
          </a:p>
        </p:txBody>
      </p:sp>
      <p:sp>
        <p:nvSpPr>
          <p:cNvPr id="264" name="">
            <a:extLst xmlns:a="http://schemas.openxmlformats.org/drawingml/2006/main">
              <a:ext uri="{FF2B5EF4-FFF2-40B4-BE49-F238E27FC236}">
                <a16:creationId xmlns:a16="http://schemas.microsoft.com/office/drawing/2014/main" id="{DB930DB5-B323-4C20-B91A-963780BB99EC}"/>
              </a:ext>
            </a:extLst>
          </p:cNvPr>
          <p:cNvSpPr>
            <a:spLocks xmlns:a="http://schemas.openxmlformats.org/drawingml/2006/main" noGrp="1"/>
          </p:cNvSpPr>
          <p:nvPr/>
        </p:nvSpPr>
        <p:spPr>
          <a:xfrm xmlns:a="http://schemas.openxmlformats.org/drawingml/2006/main">
            <a:off x="4476750" y="4257675"/>
            <a:ext cx="4143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DACBC"/>
                </a:solidFill>
              </a:defRPr>
            </a:defPPr>
            <a:lvl1pPr>
              <a:defRPr sz="1350" b="0">
                <a:solidFill>
                  <a:srgbClr val="9DACBC"/>
                </a:solidFill>
              </a:defRPr>
            </a:lvl1pPr>
            <a:lvl2pPr>
              <a:defRPr sz="1350" b="0">
                <a:solidFill>
                  <a:srgbClr val="9DACBC"/>
                </a:solidFill>
              </a:defRPr>
            </a:lvl2pPr>
            <a:lvl3pPr>
              <a:defRPr sz="1350" b="0">
                <a:solidFill>
                  <a:srgbClr val="9DACBC"/>
                </a:solidFill>
              </a:defRPr>
            </a:lvl3pPr>
            <a:lvl4pPr>
              <a:defRPr sz="1350" b="0">
                <a:solidFill>
                  <a:srgbClr val="9DACBC"/>
                </a:solidFill>
              </a:defRPr>
            </a:lvl4pPr>
            <a:lvl5pPr>
              <a:defRPr sz="1350" b="0">
                <a:solidFill>
                  <a:srgbClr val="9DACBC"/>
                </a:solidFill>
              </a:defRPr>
            </a:lvl5pPr>
            <a:lvl6pPr>
              <a:defRPr sz="1350" b="0">
                <a:solidFill>
                  <a:srgbClr val="9DACBC"/>
                </a:solidFill>
              </a:defRPr>
            </a:lvl6pPr>
            <a:lvl7pPr>
              <a:defRPr sz="1350" b="0">
                <a:solidFill>
                  <a:srgbClr val="9DACBC"/>
                </a:solidFill>
              </a:defRPr>
            </a:lvl7pPr>
            <a:lvl8pPr>
              <a:defRPr sz="1350" b="0">
                <a:solidFill>
                  <a:srgbClr val="9DACBC"/>
                </a:solidFill>
              </a:defRPr>
            </a:lvl8pPr>
            <a:lvl9pPr>
              <a:defRPr sz="1350" b="0">
                <a:solidFill>
                  <a:srgbClr val="9DACBC"/>
                </a:solidFill>
              </a:defRPr>
            </a:lvl9pPr>
          </a:lstStyle>
          <a:p xmlns:a="http://schemas.openxmlformats.org/drawingml/2006/main">
            <a:pPr>
              <a:defRPr sz="1350" b="0">
                <a:solidFill>
                  <a:srgbClr val="9DACBC"/>
                </a:solidFill>
              </a:defRPr>
            </a:pPr>
            <a:r>
              <a:rPr sz="1350" b="0">
                <a:solidFill>
                  <a:srgbClr val="9DACBC"/>
                </a:solidFill>
              </a:rPr>
              <a:t>“Simulate” mode still runs the check. It only prevents the rule from blocking visitors.</a:t>
            </a:r>
          </a:p>
        </p:txBody>
      </p:sp>
    </p:spTree>
    <p:extLst>
      <p:ext uri="{BB962C8B-B14F-4D97-AF65-F5344CB8AC3E}">
        <p14:creationId xmlns:p14="http://schemas.microsoft.com/office/powerpoint/2010/main" val="1879359342"/>
      </p:ext>
    </p:extLst>
  </p:cSld>
</p:sld>
</file>

<file path=ppt/slides/slide4.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65" name="Google Shape;265;p35">
            <a:extLst xmlns:a="http://schemas.openxmlformats.org/drawingml/2006/main">
              <a:ext uri="{FF2B5EF4-FFF2-40B4-BE49-F238E27FC236}">
                <a16:creationId xmlns:a16="http://schemas.microsoft.com/office/drawing/2014/main" id="{67E3D8E2-56CD-488A-AE46-97FE51156AA7}"/>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66" name="">
            <a:extLst xmlns:a="http://schemas.openxmlformats.org/drawingml/2006/main">
              <a:ext uri="{FF2B5EF4-FFF2-40B4-BE49-F238E27FC236}">
                <a16:creationId xmlns:a16="http://schemas.microsoft.com/office/drawing/2014/main" id="{67A6A3DE-CBF5-40E3-80E6-AFEA56403E53}"/>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An earlier refactor removed a safety net</a:t>
            </a:r>
          </a:p>
        </p:txBody>
      </p:sp>
      <p:sp>
        <p:nvSpPr>
          <p:cNvPr id="267" name="">
            <a:extLst xmlns:a="http://schemas.openxmlformats.org/drawingml/2006/main">
              <a:ext uri="{FF2B5EF4-FFF2-40B4-BE49-F238E27FC236}">
                <a16:creationId xmlns:a16="http://schemas.microsoft.com/office/drawing/2014/main" id="{33143B84-4AF1-4E0C-9512-6D5E5BDBDECC}"/>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68" name="">
            <a:extLst xmlns:a="http://schemas.openxmlformats.org/drawingml/2006/main">
              <a:ext uri="{FF2B5EF4-FFF2-40B4-BE49-F238E27FC236}">
                <a16:creationId xmlns:a16="http://schemas.microsoft.com/office/drawing/2014/main" id="{B8875474-453E-4AAD-87EB-7CA4E58151B3}"/>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4 / 5</a:t>
            </a:r>
          </a:p>
        </p:txBody>
      </p:sp>
      <p:sp>
        <p:nvSpPr>
          <p:cNvPr id="269" name="">
            <a:extLst xmlns:a="http://schemas.openxmlformats.org/drawingml/2006/main">
              <a:ext uri="{FF2B5EF4-FFF2-40B4-BE49-F238E27FC236}">
                <a16:creationId xmlns:a16="http://schemas.microsoft.com/office/drawing/2014/main" id="{DE3E6B2C-B284-42E7-8164-CFAEA216D8D9}"/>
              </a:ext>
            </a:extLst>
          </p:cNvPr>
          <p:cNvSpPr>
            <a:spLocks xmlns:a="http://schemas.openxmlformats.org/drawingml/2006/main" noGrp="1"/>
          </p:cNvSpPr>
          <p:nvPr/>
        </p:nvSpPr>
        <p:spPr>
          <a:xfrm xmlns:a="http://schemas.openxmlformats.org/drawingml/2006/main">
            <a:off x="533400" y="11334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Weeks earlier</a:t>
            </a:r>
          </a:p>
        </p:txBody>
      </p:sp>
      <p:sp>
        <p:nvSpPr>
          <p:cNvPr id="270" name="">
            <a:extLst xmlns:a="http://schemas.openxmlformats.org/drawingml/2006/main">
              <a:ext uri="{FF2B5EF4-FFF2-40B4-BE49-F238E27FC236}">
                <a16:creationId xmlns:a16="http://schemas.microsoft.com/office/drawing/2014/main" id="{378460B1-7A93-4E1E-8603-95F6054476C9}"/>
              </a:ext>
            </a:extLst>
          </p:cNvPr>
          <p:cNvSpPr>
            <a:spLocks xmlns:a="http://schemas.openxmlformats.org/drawingml/2006/main" noGrp="1"/>
          </p:cNvSpPr>
          <p:nvPr/>
        </p:nvSpPr>
        <p:spPr>
          <a:xfrm xmlns:a="http://schemas.openxmlformats.org/drawingml/2006/main">
            <a:off x="2390775" y="11334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regression</a:t>
            </a:r>
          </a:p>
        </p:txBody>
      </p:sp>
      <p:sp>
        <p:nvSpPr>
          <p:cNvPr id="271" name="">
            <a:extLst xmlns:a="http://schemas.openxmlformats.org/drawingml/2006/main">
              <a:ext uri="{FF2B5EF4-FFF2-40B4-BE49-F238E27FC236}">
                <a16:creationId xmlns:a16="http://schemas.microsoft.com/office/drawing/2014/main" id="{9CA4731C-5240-4E7B-A5BB-9217939111F1}"/>
              </a:ext>
            </a:extLst>
          </p:cNvPr>
          <p:cNvSpPr>
            <a:spLocks xmlns:a="http://schemas.openxmlformats.org/drawingml/2006/main" noGrp="1"/>
          </p:cNvSpPr>
          <p:nvPr/>
        </p:nvSpPr>
        <p:spPr>
          <a:xfrm xmlns:a="http://schemas.openxmlformats.org/drawingml/2006/main">
            <a:off x="2390775" y="15144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A refactor aimed to reduce WAF CPU use, but accidentally removed a safeguard against excessive regex processing.</a:t>
            </a:r>
          </a:p>
        </p:txBody>
      </p:sp>
      <p:sp>
        <p:nvSpPr>
          <p:cNvPr id="272" name="">
            <a:extLst xmlns:a="http://schemas.openxmlformats.org/drawingml/2006/main">
              <a:ext uri="{FF2B5EF4-FFF2-40B4-BE49-F238E27FC236}">
                <a16:creationId xmlns:a16="http://schemas.microsoft.com/office/drawing/2014/main" id="{E0892F6A-87F5-49B6-8FC5-D1A480D8E3E3}"/>
              </a:ext>
            </a:extLst>
          </p:cNvPr>
          <p:cNvSpPr>
            <a:spLocks xmlns:a="http://schemas.openxmlformats.org/drawingml/2006/main" noGrp="1"/>
          </p:cNvSpPr>
          <p:nvPr/>
        </p:nvSpPr>
        <p:spPr>
          <a:xfrm xmlns:a="http://schemas.openxmlformats.org/drawingml/2006/main">
            <a:off x="533400" y="21621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July 2</a:t>
            </a:r>
          </a:p>
        </p:txBody>
      </p:sp>
      <p:sp>
        <p:nvSpPr>
          <p:cNvPr id="273" name="">
            <a:extLst xmlns:a="http://schemas.openxmlformats.org/drawingml/2006/main">
              <a:ext uri="{FF2B5EF4-FFF2-40B4-BE49-F238E27FC236}">
                <a16:creationId xmlns:a16="http://schemas.microsoft.com/office/drawing/2014/main" id="{0FED6D46-C038-4DEC-98F3-B8A16C6F2DBE}"/>
              </a:ext>
            </a:extLst>
          </p:cNvPr>
          <p:cNvSpPr>
            <a:spLocks xmlns:a="http://schemas.openxmlformats.org/drawingml/2006/main" noGrp="1"/>
          </p:cNvSpPr>
          <p:nvPr/>
        </p:nvSpPr>
        <p:spPr>
          <a:xfrm xmlns:a="http://schemas.openxmlformats.org/drawingml/2006/main">
            <a:off x="2390775" y="21621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trigger</a:t>
            </a:r>
          </a:p>
        </p:txBody>
      </p:sp>
      <p:sp>
        <p:nvSpPr>
          <p:cNvPr id="274" name="">
            <a:extLst xmlns:a="http://schemas.openxmlformats.org/drawingml/2006/main">
              <a:ext uri="{FF2B5EF4-FFF2-40B4-BE49-F238E27FC236}">
                <a16:creationId xmlns:a16="http://schemas.microsoft.com/office/drawing/2014/main" id="{D0023ECF-BAF6-48B8-8626-FA7AC76765DA}"/>
              </a:ext>
            </a:extLst>
          </p:cNvPr>
          <p:cNvSpPr>
            <a:spLocks xmlns:a="http://schemas.openxmlformats.org/drawingml/2006/main" noGrp="1"/>
          </p:cNvSpPr>
          <p:nvPr/>
        </p:nvSpPr>
        <p:spPr>
          <a:xfrm xmlns:a="http://schemas.openxmlformats.org/drawingml/2006/main">
            <a:off x="2390775" y="25431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A later rule update introduced a costly regex. The missing safeguard left it less constrained.</a:t>
            </a:r>
          </a:p>
        </p:txBody>
      </p:sp>
      <p:sp>
        <p:nvSpPr>
          <p:cNvPr id="275" name="">
            <a:extLst xmlns:a="http://schemas.openxmlformats.org/drawingml/2006/main">
              <a:ext uri="{FF2B5EF4-FFF2-40B4-BE49-F238E27FC236}">
                <a16:creationId xmlns:a16="http://schemas.microsoft.com/office/drawing/2014/main" id="{23280A92-0352-40E7-A2F5-2F318209B71C}"/>
              </a:ext>
            </a:extLst>
          </p:cNvPr>
          <p:cNvSpPr>
            <a:spLocks xmlns:a="http://schemas.openxmlformats.org/drawingml/2006/main" noGrp="1"/>
          </p:cNvSpPr>
          <p:nvPr/>
        </p:nvSpPr>
        <p:spPr>
          <a:xfrm xmlns:a="http://schemas.openxmlformats.org/drawingml/2006/main">
            <a:off x="533400" y="31908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Worldwide</a:t>
            </a:r>
          </a:p>
        </p:txBody>
      </p:sp>
      <p:sp>
        <p:nvSpPr>
          <p:cNvPr id="276" name="">
            <a:extLst xmlns:a="http://schemas.openxmlformats.org/drawingml/2006/main">
              <a:ext uri="{FF2B5EF4-FFF2-40B4-BE49-F238E27FC236}">
                <a16:creationId xmlns:a16="http://schemas.microsoft.com/office/drawing/2014/main" id="{3A01EA4C-A2B0-464A-9A5A-85A928B1DECD}"/>
              </a:ext>
            </a:extLst>
          </p:cNvPr>
          <p:cNvSpPr>
            <a:spLocks xmlns:a="http://schemas.openxmlformats.org/drawingml/2006/main" noGrp="1"/>
          </p:cNvSpPr>
          <p:nvPr/>
        </p:nvSpPr>
        <p:spPr>
          <a:xfrm xmlns:a="http://schemas.openxmlformats.org/drawingml/2006/main">
            <a:off x="2390775" y="31908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amplification</a:t>
            </a:r>
          </a:p>
        </p:txBody>
      </p:sp>
      <p:sp>
        <p:nvSpPr>
          <p:cNvPr id="277" name="">
            <a:extLst xmlns:a="http://schemas.openxmlformats.org/drawingml/2006/main">
              <a:ext uri="{FF2B5EF4-FFF2-40B4-BE49-F238E27FC236}">
                <a16:creationId xmlns:a16="http://schemas.microsoft.com/office/drawing/2014/main" id="{60B57E21-1123-4575-88C7-E1D12DD44E16}"/>
              </a:ext>
            </a:extLst>
          </p:cNvPr>
          <p:cNvSpPr>
            <a:spLocks xmlns:a="http://schemas.openxmlformats.org/drawingml/2006/main" noGrp="1"/>
          </p:cNvSpPr>
          <p:nvPr/>
        </p:nvSpPr>
        <p:spPr>
          <a:xfrm xmlns:a="http://schemas.openxmlformats.org/drawingml/2006/main">
            <a:off x="2390775" y="35718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Tests missed excessive CPU use, and the rule went global without a limited trial. Servers became too busy to serve visitors.</a:t>
            </a:r>
          </a:p>
        </p:txBody>
      </p:sp>
      <p:sp>
        <p:nvSpPr>
          <p:cNvPr id="278" name="">
            <a:extLst xmlns:a="http://schemas.openxmlformats.org/drawingml/2006/main">
              <a:ext uri="{FF2B5EF4-FFF2-40B4-BE49-F238E27FC236}">
                <a16:creationId xmlns:a16="http://schemas.microsoft.com/office/drawing/2014/main" id="{99236914-C13A-41EA-90D7-2DEFE2AA750D}"/>
              </a:ext>
            </a:extLst>
          </p:cNvPr>
          <p:cNvSpPr>
            <a:spLocks xmlns:a="http://schemas.openxmlformats.org/drawingml/2006/main" noGrp="1"/>
          </p:cNvSpPr>
          <p:nvPr/>
        </p:nvSpPr>
        <p:spPr>
          <a:xfrm xmlns:a="http://schemas.openxmlformats.org/drawingml/2006/main">
            <a:off x="533400" y="4410075"/>
            <a:ext cx="8086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DACBC"/>
                </a:solidFill>
              </a:defRPr>
            </a:defPPr>
            <a:lvl1pPr>
              <a:defRPr sz="1425" b="0">
                <a:solidFill>
                  <a:srgbClr val="9DACBC"/>
                </a:solidFill>
              </a:defRPr>
            </a:lvl1pPr>
            <a:lvl2pPr>
              <a:defRPr sz="1425" b="0">
                <a:solidFill>
                  <a:srgbClr val="9DACBC"/>
                </a:solidFill>
              </a:defRPr>
            </a:lvl2pPr>
            <a:lvl3pPr>
              <a:defRPr sz="1425" b="0">
                <a:solidFill>
                  <a:srgbClr val="9DACBC"/>
                </a:solidFill>
              </a:defRPr>
            </a:lvl3pPr>
            <a:lvl4pPr>
              <a:defRPr sz="1425" b="0">
                <a:solidFill>
                  <a:srgbClr val="9DACBC"/>
                </a:solidFill>
              </a:defRPr>
            </a:lvl4pPr>
            <a:lvl5pPr>
              <a:defRPr sz="1425" b="0">
                <a:solidFill>
                  <a:srgbClr val="9DACBC"/>
                </a:solidFill>
              </a:defRPr>
            </a:lvl5pPr>
            <a:lvl6pPr>
              <a:defRPr sz="1425" b="0">
                <a:solidFill>
                  <a:srgbClr val="9DACBC"/>
                </a:solidFill>
              </a:defRPr>
            </a:lvl6pPr>
            <a:lvl7pPr>
              <a:defRPr sz="1425" b="0">
                <a:solidFill>
                  <a:srgbClr val="9DACBC"/>
                </a:solidFill>
              </a:defRPr>
            </a:lvl7pPr>
            <a:lvl8pPr>
              <a:defRPr sz="1425" b="0">
                <a:solidFill>
                  <a:srgbClr val="9DACBC"/>
                </a:solidFill>
              </a:defRPr>
            </a:lvl8pPr>
            <a:lvl9pPr>
              <a:defRPr sz="1425" b="0">
                <a:solidFill>
                  <a:srgbClr val="9DACBC"/>
                </a:solidFill>
              </a:defRPr>
            </a:lvl9pPr>
          </a:lstStyle>
          <a:p xmlns:a="http://schemas.openxmlformats.org/drawingml/2006/main">
            <a:pPr>
              <a:defRPr sz="1425" b="0">
                <a:solidFill>
                  <a:srgbClr val="9DACBC"/>
                </a:solidFill>
              </a:defRPr>
            </a:pPr>
            <a:r>
              <a:rPr sz="1425" b="0">
                <a:solidFill>
                  <a:srgbClr val="9DACBC"/>
                </a:solidFill>
              </a:rPr>
              <a:t>The refactor weakened a defense. The later regex update exposed that weakness.</a:t>
            </a:r>
          </a:p>
        </p:txBody>
      </p:sp>
    </p:spTree>
    <p:extLst>
      <p:ext uri="{BB962C8B-B14F-4D97-AF65-F5344CB8AC3E}">
        <p14:creationId xmlns:p14="http://schemas.microsoft.com/office/powerpoint/2010/main" val="237804055"/>
      </p:ext>
    </p:extLst>
  </p:cSld>
</p:sld>
</file>

<file path=ppt/slides/slide5.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96" name="Google Shape;296;p37">
            <a:extLst xmlns:a="http://schemas.openxmlformats.org/drawingml/2006/main">
              <a:ext uri="{FF2B5EF4-FFF2-40B4-BE49-F238E27FC236}">
                <a16:creationId xmlns:a16="http://schemas.microsoft.com/office/drawing/2014/main" id="{A3D8C215-FBFF-485C-8EB1-8122445D9E6F}"/>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97" name="">
            <a:extLst xmlns:a="http://schemas.openxmlformats.org/drawingml/2006/main">
              <a:ext uri="{FF2B5EF4-FFF2-40B4-BE49-F238E27FC236}">
                <a16:creationId xmlns:a16="http://schemas.microsoft.com/office/drawing/2014/main" id="{A4C926F1-127F-49CA-94DD-D4EFCD247BCA}"/>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Fixes and lessons for safer maintenance</a:t>
            </a:r>
          </a:p>
        </p:txBody>
      </p:sp>
      <p:sp>
        <p:nvSpPr>
          <p:cNvPr id="298" name="">
            <a:extLst xmlns:a="http://schemas.openxmlformats.org/drawingml/2006/main">
              <a:ext uri="{FF2B5EF4-FFF2-40B4-BE49-F238E27FC236}">
                <a16:creationId xmlns:a16="http://schemas.microsoft.com/office/drawing/2014/main" id="{C5F3FDAD-F534-4248-B965-47829B4B8B0C}"/>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99" name="">
            <a:extLst xmlns:a="http://schemas.openxmlformats.org/drawingml/2006/main">
              <a:ext uri="{FF2B5EF4-FFF2-40B4-BE49-F238E27FC236}">
                <a16:creationId xmlns:a16="http://schemas.microsoft.com/office/drawing/2014/main" id="{C6EE2121-CF69-432E-8A34-473042E306E4}"/>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5 / 5</a:t>
            </a:r>
          </a:p>
        </p:txBody>
      </p:sp>
      <p:sp>
        <p:nvSpPr>
          <p:cNvPr id="300" name="">
            <a:extLst xmlns:a="http://schemas.openxmlformats.org/drawingml/2006/main">
              <a:ext uri="{FF2B5EF4-FFF2-40B4-BE49-F238E27FC236}">
                <a16:creationId xmlns:a16="http://schemas.microsoft.com/office/drawing/2014/main" id="{1AC123AA-81F7-4389-BC65-8D453E5D45CD}"/>
              </a:ext>
            </a:extLst>
          </p:cNvPr>
          <p:cNvSpPr>
            <a:spLocks xmlns:a="http://schemas.openxmlformats.org/drawingml/2006/main" noGrp="1"/>
          </p:cNvSpPr>
          <p:nvPr/>
        </p:nvSpPr>
        <p:spPr>
          <a:xfrm xmlns:a="http://schemas.openxmlformats.org/drawingml/2006/main">
            <a:off x="533400" y="112395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COMPLETED BY JULY 12</a:t>
            </a:r>
          </a:p>
        </p:txBody>
      </p:sp>
      <p:sp>
        <p:nvSpPr>
          <p:cNvPr id="301" name="">
            <a:extLst xmlns:a="http://schemas.openxmlformats.org/drawingml/2006/main">
              <a:ext uri="{FF2B5EF4-FFF2-40B4-BE49-F238E27FC236}">
                <a16:creationId xmlns:a16="http://schemas.microsoft.com/office/drawing/2014/main" id="{865A90D3-2D09-43A7-944F-A9A8F19D3338}"/>
              </a:ext>
            </a:extLst>
          </p:cNvPr>
          <p:cNvSpPr>
            <a:spLocks xmlns:a="http://schemas.openxmlformats.org/drawingml/2006/main" noGrp="1"/>
          </p:cNvSpPr>
          <p:nvPr/>
        </p:nvSpPr>
        <p:spPr>
          <a:xfrm xmlns:a="http://schemas.openxmlformats.org/drawingml/2006/main">
            <a:off x="533400" y="15525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Restored CPU protection</a:t>
            </a:r>
          </a:p>
        </p:txBody>
      </p:sp>
      <p:sp>
        <p:nvSpPr>
          <p:cNvPr id="302" name="">
            <a:extLst xmlns:a="http://schemas.openxmlformats.org/drawingml/2006/main">
              <a:ext uri="{FF2B5EF4-FFF2-40B4-BE49-F238E27FC236}">
                <a16:creationId xmlns:a16="http://schemas.microsoft.com/office/drawing/2014/main" id="{27A5B54E-1D27-4F12-865E-727D1754D852}"/>
              </a:ext>
            </a:extLst>
          </p:cNvPr>
          <p:cNvSpPr>
            <a:spLocks xmlns:a="http://schemas.openxmlformats.org/drawingml/2006/main" noGrp="1"/>
          </p:cNvSpPr>
          <p:nvPr/>
        </p:nvSpPr>
        <p:spPr>
          <a:xfrm xmlns:a="http://schemas.openxmlformats.org/drawingml/2006/main">
            <a:off x="533400" y="2009775"/>
            <a:ext cx="3714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Reintroduced the safeguard and inspected all 3,868 managed rules for similar problems.</a:t>
            </a:r>
          </a:p>
        </p:txBody>
      </p:sp>
      <p:sp>
        <p:nvSpPr>
          <p:cNvPr id="303" name="">
            <a:extLst xmlns:a="http://schemas.openxmlformats.org/drawingml/2006/main">
              <a:ext uri="{FF2B5EF4-FFF2-40B4-BE49-F238E27FC236}">
                <a16:creationId xmlns:a16="http://schemas.microsoft.com/office/drawing/2014/main" id="{D47B7645-C487-44D7-868A-C4A0E9BDCBEB}"/>
              </a:ext>
            </a:extLst>
          </p:cNvPr>
          <p:cNvSpPr>
            <a:spLocks xmlns:a="http://schemas.openxmlformats.org/drawingml/2006/main" noGrp="1"/>
          </p:cNvSpPr>
          <p:nvPr/>
        </p:nvSpPr>
        <p:spPr>
          <a:xfrm xmlns:a="http://schemas.openxmlformats.org/drawingml/2006/main">
            <a:off x="4686300" y="1123950"/>
            <a:ext cx="3933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ANNOUNCED NEXT STEPS</a:t>
            </a:r>
          </a:p>
        </p:txBody>
      </p:sp>
      <p:sp>
        <p:nvSpPr>
          <p:cNvPr id="304" name="">
            <a:extLst xmlns:a="http://schemas.openxmlformats.org/drawingml/2006/main">
              <a:ext uri="{FF2B5EF4-FFF2-40B4-BE49-F238E27FC236}">
                <a16:creationId xmlns:a16="http://schemas.microsoft.com/office/drawing/2014/main" id="{2E94D245-56AB-419B-A30C-E70C9CEEB150}"/>
              </a:ext>
            </a:extLst>
          </p:cNvPr>
          <p:cNvSpPr>
            <a:spLocks xmlns:a="http://schemas.openxmlformats.org/drawingml/2006/main" noGrp="1"/>
          </p:cNvSpPr>
          <p:nvPr/>
        </p:nvSpPr>
        <p:spPr>
          <a:xfrm xmlns:a="http://schemas.openxmlformats.org/drawingml/2006/main">
            <a:off x="4686300" y="1552575"/>
            <a:ext cx="3933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Test cost, then limit exposure</a:t>
            </a:r>
          </a:p>
        </p:txBody>
      </p:sp>
      <p:sp>
        <p:nvSpPr>
          <p:cNvPr id="305" name="">
            <a:extLst xmlns:a="http://schemas.openxmlformats.org/drawingml/2006/main">
              <a:ext uri="{FF2B5EF4-FFF2-40B4-BE49-F238E27FC236}">
                <a16:creationId xmlns:a16="http://schemas.microsoft.com/office/drawing/2014/main" id="{4A711BBC-0B48-4F78-BC0F-AEF99D8FBCF1}"/>
              </a:ext>
            </a:extLst>
          </p:cNvPr>
          <p:cNvSpPr>
            <a:spLocks xmlns:a="http://schemas.openxmlformats.org/drawingml/2006/main" noGrp="1"/>
          </p:cNvSpPr>
          <p:nvPr/>
        </p:nvSpPr>
        <p:spPr>
          <a:xfrm xmlns:a="http://schemas.openxmlformats.org/drawingml/2006/main">
            <a:off x="4686300" y="2009775"/>
            <a:ext cx="39338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Profile CPU use, roll rules out in stages, and move to RE2 or Rust regex with runtime guarantees.</a:t>
            </a:r>
          </a:p>
        </p:txBody>
      </p:sp>
      <p:sp>
        <p:nvSpPr>
          <p:cNvPr id="306" name="">
            <a:extLst xmlns:a="http://schemas.openxmlformats.org/drawingml/2006/main">
              <a:ext uri="{FF2B5EF4-FFF2-40B4-BE49-F238E27FC236}">
                <a16:creationId xmlns:a16="http://schemas.microsoft.com/office/drawing/2014/main" id="{BEFBC8EF-30C0-4132-A520-45A76E7DA247}"/>
              </a:ext>
            </a:extLst>
          </p:cNvPr>
          <p:cNvSpPr>
            <a:spLocks xmlns:a="http://schemas.openxmlformats.org/drawingml/2006/main" noGrp="1"/>
          </p:cNvSpPr>
          <p:nvPr/>
        </p:nvSpPr>
        <p:spPr>
          <a:xfrm xmlns:a="http://schemas.openxmlformats.org/drawingml/2006/main">
            <a:off x="533400" y="33813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9D94"/>
                </a:solidFill>
              </a:defRPr>
            </a:defPPr>
            <a:lvl1pPr>
              <a:defRPr sz="1800" b="1">
                <a:solidFill>
                  <a:srgbClr val="189D94"/>
                </a:solidFill>
              </a:defRPr>
            </a:lvl1pPr>
            <a:lvl2pPr>
              <a:defRPr sz="1800" b="1">
                <a:solidFill>
                  <a:srgbClr val="189D94"/>
                </a:solidFill>
              </a:defRPr>
            </a:lvl2pPr>
            <a:lvl3pPr>
              <a:defRPr sz="1800" b="1">
                <a:solidFill>
                  <a:srgbClr val="189D94"/>
                </a:solidFill>
              </a:defRPr>
            </a:lvl3pPr>
            <a:lvl4pPr>
              <a:defRPr sz="1800" b="1">
                <a:solidFill>
                  <a:srgbClr val="189D94"/>
                </a:solidFill>
              </a:defRPr>
            </a:lvl4pPr>
            <a:lvl5pPr>
              <a:defRPr sz="1800" b="1">
                <a:solidFill>
                  <a:srgbClr val="189D94"/>
                </a:solidFill>
              </a:defRPr>
            </a:lvl5pPr>
            <a:lvl6pPr>
              <a:defRPr sz="1800" b="1">
                <a:solidFill>
                  <a:srgbClr val="189D94"/>
                </a:solidFill>
              </a:defRPr>
            </a:lvl6pPr>
            <a:lvl7pPr>
              <a:defRPr sz="1800" b="1">
                <a:solidFill>
                  <a:srgbClr val="189D94"/>
                </a:solidFill>
              </a:defRPr>
            </a:lvl7pPr>
            <a:lvl8pPr>
              <a:defRPr sz="1800" b="1">
                <a:solidFill>
                  <a:srgbClr val="189D94"/>
                </a:solidFill>
              </a:defRPr>
            </a:lvl8pPr>
            <a:lvl9pPr>
              <a:defRPr sz="1800" b="1">
                <a:solidFill>
                  <a:srgbClr val="189D94"/>
                </a:solidFill>
              </a:defRPr>
            </a:lvl9pPr>
          </a:lstStyle>
          <a:p xmlns:a="http://schemas.openxmlformats.org/drawingml/2006/main">
            <a:pPr>
              <a:defRPr sz="1800" b="1">
                <a:solidFill>
                  <a:srgbClr val="189D94"/>
                </a:solidFill>
              </a:defRPr>
            </a:pPr>
            <a:r>
              <a:rPr sz="1800" b="1">
                <a:solidFill>
                  <a:srgbClr val="189D94"/>
                </a:solidFill>
              </a:rPr>
              <a:t>Technical debt</a:t>
            </a:r>
          </a:p>
        </p:txBody>
      </p:sp>
      <p:sp>
        <p:nvSpPr>
          <p:cNvPr id="307" name="">
            <a:extLst xmlns:a="http://schemas.openxmlformats.org/drawingml/2006/main">
              <a:ext uri="{FF2B5EF4-FFF2-40B4-BE49-F238E27FC236}">
                <a16:creationId xmlns:a16="http://schemas.microsoft.com/office/drawing/2014/main" id="{C6E2D11F-A4F5-401C-A470-9DDC03EB10F8}"/>
              </a:ext>
            </a:extLst>
          </p:cNvPr>
          <p:cNvSpPr>
            <a:spLocks xmlns:a="http://schemas.openxmlformats.org/drawingml/2006/main" noGrp="1"/>
          </p:cNvSpPr>
          <p:nvPr/>
        </p:nvSpPr>
        <p:spPr>
          <a:xfrm xmlns:a="http://schemas.openxmlformats.org/drawingml/2006/main">
            <a:off x="533400" y="38290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Shortcuts in testing and deployment can become future outage costs.</a:t>
            </a:r>
          </a:p>
        </p:txBody>
      </p:sp>
      <p:sp>
        <p:nvSpPr>
          <p:cNvPr id="308" name="">
            <a:extLst xmlns:a="http://schemas.openxmlformats.org/drawingml/2006/main">
              <a:ext uri="{FF2B5EF4-FFF2-40B4-BE49-F238E27FC236}">
                <a16:creationId xmlns:a16="http://schemas.microsoft.com/office/drawing/2014/main" id="{C7A1187E-0F37-4318-8CFC-BA166DF261EA}"/>
              </a:ext>
            </a:extLst>
          </p:cNvPr>
          <p:cNvSpPr>
            <a:spLocks xmlns:a="http://schemas.openxmlformats.org/drawingml/2006/main" noGrp="1"/>
          </p:cNvSpPr>
          <p:nvPr/>
        </p:nvSpPr>
        <p:spPr>
          <a:xfrm xmlns:a="http://schemas.openxmlformats.org/drawingml/2006/main">
            <a:off x="4686300" y="3381375"/>
            <a:ext cx="3933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9D94"/>
                </a:solidFill>
              </a:defRPr>
            </a:defPPr>
            <a:lvl1pPr>
              <a:defRPr sz="1800" b="1">
                <a:solidFill>
                  <a:srgbClr val="189D94"/>
                </a:solidFill>
              </a:defRPr>
            </a:lvl1pPr>
            <a:lvl2pPr>
              <a:defRPr sz="1800" b="1">
                <a:solidFill>
                  <a:srgbClr val="189D94"/>
                </a:solidFill>
              </a:defRPr>
            </a:lvl2pPr>
            <a:lvl3pPr>
              <a:defRPr sz="1800" b="1">
                <a:solidFill>
                  <a:srgbClr val="189D94"/>
                </a:solidFill>
              </a:defRPr>
            </a:lvl3pPr>
            <a:lvl4pPr>
              <a:defRPr sz="1800" b="1">
                <a:solidFill>
                  <a:srgbClr val="189D94"/>
                </a:solidFill>
              </a:defRPr>
            </a:lvl4pPr>
            <a:lvl5pPr>
              <a:defRPr sz="1800" b="1">
                <a:solidFill>
                  <a:srgbClr val="189D94"/>
                </a:solidFill>
              </a:defRPr>
            </a:lvl5pPr>
            <a:lvl6pPr>
              <a:defRPr sz="1800" b="1">
                <a:solidFill>
                  <a:srgbClr val="189D94"/>
                </a:solidFill>
              </a:defRPr>
            </a:lvl6pPr>
            <a:lvl7pPr>
              <a:defRPr sz="1800" b="1">
                <a:solidFill>
                  <a:srgbClr val="189D94"/>
                </a:solidFill>
              </a:defRPr>
            </a:lvl7pPr>
            <a:lvl8pPr>
              <a:defRPr sz="1800" b="1">
                <a:solidFill>
                  <a:srgbClr val="189D94"/>
                </a:solidFill>
              </a:defRPr>
            </a:lvl8pPr>
            <a:lvl9pPr>
              <a:defRPr sz="1800" b="1">
                <a:solidFill>
                  <a:srgbClr val="189D94"/>
                </a:solidFill>
              </a:defRPr>
            </a:lvl9pPr>
          </a:lstStyle>
          <a:p xmlns:a="http://schemas.openxmlformats.org/drawingml/2006/main">
            <a:pPr>
              <a:defRPr sz="1800" b="1">
                <a:solidFill>
                  <a:srgbClr val="189D94"/>
                </a:solidFill>
              </a:defRPr>
            </a:pPr>
            <a:r>
              <a:rPr sz="1800" b="1">
                <a:solidFill>
                  <a:srgbClr val="189D94"/>
                </a:solidFill>
              </a:rPr>
              <a:t>Refactoring</a:t>
            </a:r>
          </a:p>
        </p:txBody>
      </p:sp>
      <p:sp>
        <p:nvSpPr>
          <p:cNvPr id="309" name="">
            <a:extLst xmlns:a="http://schemas.openxmlformats.org/drawingml/2006/main">
              <a:ext uri="{FF2B5EF4-FFF2-40B4-BE49-F238E27FC236}">
                <a16:creationId xmlns:a16="http://schemas.microsoft.com/office/drawing/2014/main" id="{0C44E8B9-8942-4548-8C48-07C7FCD38019}"/>
              </a:ext>
            </a:extLst>
          </p:cNvPr>
          <p:cNvSpPr>
            <a:spLocks xmlns:a="http://schemas.openxmlformats.org/drawingml/2006/main" noGrp="1"/>
          </p:cNvSpPr>
          <p:nvPr/>
        </p:nvSpPr>
        <p:spPr>
          <a:xfrm xmlns:a="http://schemas.openxmlformats.org/drawingml/2006/main">
            <a:off x="4686300" y="3829050"/>
            <a:ext cx="39338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Regression tests must preserve safety limits too. A refactor can keep correct answers while losing a protection.</a:t>
            </a:r>
          </a:p>
        </p:txBody>
      </p:sp>
    </p:spTree>
    <p:extLst>
      <p:ext uri="{BB962C8B-B14F-4D97-AF65-F5344CB8AC3E}">
        <p14:creationId xmlns:p14="http://schemas.microsoft.com/office/powerpoint/2010/main" val="527288192"/>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2026-10-27T18:18:17.1240000Z</dcterms:created>
  <dcterms:modified xsi:type="dcterms:W3CDTF">2026-10-27T18:18:17.1240000Z</dcterms:modified>
</coreProperties>
</file>